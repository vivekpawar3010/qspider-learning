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Syne Bold" panose="020B0604020202020204" charset="0"/>
      <p:regular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938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214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723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052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8504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4323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3699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7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6603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4634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392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0931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7800" y="2828380"/>
            <a:ext cx="5459737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20271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338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9654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7624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13376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27395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97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6036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studybuddyaitutor.vercel.app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45443"/>
            <a:ext cx="3757464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  <a:hlinkClick r:id="rId4"/>
              </a:rPr>
              <a:t>StudyBuddy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52577" y="1055117"/>
            <a:ext cx="4667845" cy="2277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AI-Driven Study Management &amp; Mock-Test Platform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3952577" y="3529385"/>
            <a:ext cx="466784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structured presentation covering Introduction, Aim &amp; Objectives, Database Design, ER Diagram, and Conclusion.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52577" y="4111972"/>
            <a:ext cx="1846585" cy="257994"/>
          </a:xfrm>
          <a:prstGeom prst="roundRect">
            <a:avLst>
              <a:gd name="adj" fmla="val 6524"/>
            </a:avLst>
          </a:prstGeom>
          <a:solidFill>
            <a:srgbClr val="0F004D"/>
          </a:solidFill>
          <a:ln/>
        </p:spPr>
      </p:sp>
      <p:sp>
        <p:nvSpPr>
          <p:cNvPr id="7" name="Text 4"/>
          <p:cNvSpPr/>
          <p:nvPr/>
        </p:nvSpPr>
        <p:spPr>
          <a:xfrm>
            <a:off x="4036665" y="4154016"/>
            <a:ext cx="2135609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PRESENTED BY: VIVEK PAWAR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952577" y="4440064"/>
            <a:ext cx="3239988" cy="257994"/>
          </a:xfrm>
          <a:prstGeom prst="roundRect">
            <a:avLst>
              <a:gd name="adj" fmla="val 6524"/>
            </a:avLst>
          </a:prstGeom>
          <a:noFill/>
          <a:ln/>
          <a:effectLst>
            <a:outerShdw blurRad="101600" dist="50800" dir="16200000" algn="bl" rotWithShape="0">
              <a:srgbClr val="8061FF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9163"/>
            <a:ext cx="3427437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Introduction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3577" y="1033463"/>
            <a:ext cx="8096845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StudyBuddy is an </a:t>
            </a:r>
            <a:r>
              <a:rPr lang="en-US" sz="9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AI-powered learning management platform</a:t>
            </a: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designed to help students organize study materials, create notes, take mock tests, and improve learning efficiency. The platform aims to create a centralized environment where students can learn, practice, and monitor their academic performance effectively.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23577" y="1711598"/>
            <a:ext cx="3995142" cy="923255"/>
          </a:xfrm>
          <a:prstGeom prst="roundRect">
            <a:avLst>
              <a:gd name="adj" fmla="val 2051"/>
            </a:avLst>
          </a:prstGeom>
          <a:solidFill>
            <a:srgbClr val="2B2952"/>
          </a:solidFill>
          <a:ln/>
        </p:spPr>
      </p:sp>
      <p:sp>
        <p:nvSpPr>
          <p:cNvPr id="5" name="Shape 3"/>
          <p:cNvSpPr/>
          <p:nvPr/>
        </p:nvSpPr>
        <p:spPr>
          <a:xfrm>
            <a:off x="649784" y="1837804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8061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889" y="1941909"/>
            <a:ext cx="170408" cy="1704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784" y="2322984"/>
            <a:ext cx="2524199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Digital Notebook Management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25206" y="1711598"/>
            <a:ext cx="3995217" cy="923255"/>
          </a:xfrm>
          <a:prstGeom prst="roundRect">
            <a:avLst>
              <a:gd name="adj" fmla="val 2051"/>
            </a:avLst>
          </a:prstGeom>
          <a:solidFill>
            <a:srgbClr val="2B2952"/>
          </a:solidFill>
          <a:ln/>
        </p:spPr>
      </p:sp>
      <p:sp>
        <p:nvSpPr>
          <p:cNvPr id="9" name="Shape 6"/>
          <p:cNvSpPr/>
          <p:nvPr/>
        </p:nvSpPr>
        <p:spPr>
          <a:xfrm>
            <a:off x="4751412" y="1837804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8061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5518" y="1941909"/>
            <a:ext cx="170408" cy="1704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1412" y="2322984"/>
            <a:ext cx="2306017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AI-Assisted Note Generation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23577" y="2741340"/>
            <a:ext cx="3995142" cy="923255"/>
          </a:xfrm>
          <a:prstGeom prst="roundRect">
            <a:avLst>
              <a:gd name="adj" fmla="val 2051"/>
            </a:avLst>
          </a:prstGeom>
          <a:solidFill>
            <a:srgbClr val="2B2952"/>
          </a:solidFill>
          <a:ln/>
        </p:spPr>
      </p:sp>
      <p:sp>
        <p:nvSpPr>
          <p:cNvPr id="13" name="Shape 9"/>
          <p:cNvSpPr/>
          <p:nvPr/>
        </p:nvSpPr>
        <p:spPr>
          <a:xfrm>
            <a:off x="649784" y="2867546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8061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889" y="2971651"/>
            <a:ext cx="170408" cy="1704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784" y="3352726"/>
            <a:ext cx="2310185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Community-Based Learning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25206" y="2741340"/>
            <a:ext cx="3995217" cy="923255"/>
          </a:xfrm>
          <a:prstGeom prst="roundRect">
            <a:avLst>
              <a:gd name="adj" fmla="val 2051"/>
            </a:avLst>
          </a:prstGeom>
          <a:solidFill>
            <a:srgbClr val="2B2952"/>
          </a:solidFill>
          <a:ln/>
        </p:spPr>
      </p:sp>
      <p:sp>
        <p:nvSpPr>
          <p:cNvPr id="17" name="Shape 12"/>
          <p:cNvSpPr/>
          <p:nvPr/>
        </p:nvSpPr>
        <p:spPr>
          <a:xfrm>
            <a:off x="4751412" y="2867546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8061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5518" y="2971651"/>
            <a:ext cx="170408" cy="1704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51412" y="3352726"/>
            <a:ext cx="264534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Mock Test Creation &amp; Evaluation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23577" y="3771081"/>
            <a:ext cx="3995142" cy="923255"/>
          </a:xfrm>
          <a:prstGeom prst="roundRect">
            <a:avLst>
              <a:gd name="adj" fmla="val 2051"/>
            </a:avLst>
          </a:prstGeom>
          <a:solidFill>
            <a:srgbClr val="2B2952"/>
          </a:solidFill>
          <a:ln/>
        </p:spPr>
      </p:sp>
      <p:sp>
        <p:nvSpPr>
          <p:cNvPr id="21" name="Shape 15"/>
          <p:cNvSpPr/>
          <p:nvPr/>
        </p:nvSpPr>
        <p:spPr>
          <a:xfrm>
            <a:off x="649784" y="3897288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8061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3889" y="4001393"/>
            <a:ext cx="170408" cy="1704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9784" y="4382467"/>
            <a:ext cx="238378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Progress Tracking &amp; Analytics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625206" y="3771081"/>
            <a:ext cx="3995217" cy="923255"/>
          </a:xfrm>
          <a:prstGeom prst="roundRect">
            <a:avLst>
              <a:gd name="adj" fmla="val 2051"/>
            </a:avLst>
          </a:prstGeom>
          <a:solidFill>
            <a:srgbClr val="2B2952"/>
          </a:solidFill>
          <a:ln/>
        </p:spPr>
      </p:sp>
      <p:sp>
        <p:nvSpPr>
          <p:cNvPr id="25" name="Shape 18"/>
          <p:cNvSpPr/>
          <p:nvPr/>
        </p:nvSpPr>
        <p:spPr>
          <a:xfrm>
            <a:off x="4751412" y="3897288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8061F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5518" y="4001393"/>
            <a:ext cx="170408" cy="1704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751412" y="4382467"/>
            <a:ext cx="2320677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Teacher-Student Interaction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881"/>
            <a:ext cx="3207395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Aim &amp; Objectives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39415" y="908596"/>
            <a:ext cx="4074170" cy="3806949"/>
          </a:xfrm>
          <a:prstGeom prst="roundRect">
            <a:avLst>
              <a:gd name="adj" fmla="val 461"/>
            </a:avLst>
          </a:prstGeom>
          <a:solidFill>
            <a:srgbClr val="8061FF"/>
          </a:solidFill>
          <a:ln/>
        </p:spPr>
      </p:sp>
      <p:sp>
        <p:nvSpPr>
          <p:cNvPr id="4" name="Text 2"/>
          <p:cNvSpPr/>
          <p:nvPr/>
        </p:nvSpPr>
        <p:spPr>
          <a:xfrm>
            <a:off x="556245" y="999902"/>
            <a:ext cx="18322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6245" y="1263104"/>
            <a:ext cx="3840510" cy="2014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 develop an AI-powered study management and assessment platform that helps students organize learning resources, improve preparation, and track academic progress.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052" y="1011287"/>
            <a:ext cx="1921520" cy="1196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3320" y="1142405"/>
            <a:ext cx="1602135" cy="343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Student Management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93320" y="1577504"/>
            <a:ext cx="160213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Maintain student profiles and manage learning activities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3591" y="1011287"/>
            <a:ext cx="1921594" cy="1196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91858" y="1142405"/>
            <a:ext cx="1602209" cy="343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Study Material Management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891858" y="1577504"/>
            <a:ext cx="1602209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 notebooks and sections; store notes and resources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052" y="2299543"/>
            <a:ext cx="1921520" cy="11969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3320" y="2430661"/>
            <a:ext cx="1602135" cy="343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Learning Assistance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893320" y="2865760"/>
            <a:ext cx="1602135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 summaries, answer study-related questions, and improve learning efficiency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3591" y="2299543"/>
            <a:ext cx="1921594" cy="11969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91858" y="2430661"/>
            <a:ext cx="1432620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Online Assessment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891858" y="2693863"/>
            <a:ext cx="1602209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 mock tests, attempt quizzes and exams, and evaluate student performance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5052" y="3587800"/>
            <a:ext cx="1921520" cy="102505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93320" y="3718917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Progress Tracking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4893320" y="3982120"/>
            <a:ext cx="1602135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 learning progress and generate performance analytics</a:t>
            </a:r>
            <a:endParaRPr lang="en-US" sz="9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3591" y="3587800"/>
            <a:ext cx="1921594" cy="102505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91858" y="3718917"/>
            <a:ext cx="159506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Community Learning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6891858" y="3982120"/>
            <a:ext cx="1602209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Enable group discussions and share notes and study materials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663" y="91740"/>
            <a:ext cx="1741322" cy="1286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33663" y="830970"/>
            <a:ext cx="8096845" cy="1377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2D9CD-D928-AB55-6262-9B4C3D3B6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8448"/>
            <a:ext cx="2932361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ER Diagram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23577" y="932557"/>
            <a:ext cx="16947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Main Entities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170384"/>
            <a:ext cx="3920133" cy="6311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54" y="1407096"/>
            <a:ext cx="157758" cy="1577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2495" y="1289819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Module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032495" y="1518345"/>
            <a:ext cx="3291780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Profiles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875458"/>
            <a:ext cx="3920133" cy="63118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354" y="2112169"/>
            <a:ext cx="157758" cy="15775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32495" y="1994892"/>
            <a:ext cx="1541934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Study Material Module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1032495" y="2223418"/>
            <a:ext cx="3291780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Notebooks, Sections, Pages, Notes Content</a:t>
            </a:r>
            <a:endParaRPr lang="en-US" sz="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580531"/>
            <a:ext cx="3920133" cy="63118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354" y="2817242"/>
            <a:ext cx="157758" cy="15775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32495" y="2699965"/>
            <a:ext cx="1360587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Community Module</a:t>
            </a:r>
            <a:endParaRPr lang="en-US" sz="950" dirty="0"/>
          </a:p>
        </p:txBody>
      </p:sp>
      <p:sp>
        <p:nvSpPr>
          <p:cNvPr id="15" name="Text 7"/>
          <p:cNvSpPr/>
          <p:nvPr/>
        </p:nvSpPr>
        <p:spPr>
          <a:xfrm>
            <a:off x="1032495" y="2928491"/>
            <a:ext cx="3291780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Communities, Community Members</a:t>
            </a:r>
            <a:endParaRPr lang="en-US" sz="8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3285604"/>
            <a:ext cx="3920133" cy="63118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354" y="3522315"/>
            <a:ext cx="157758" cy="15775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032495" y="3405039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Module</a:t>
            </a:r>
            <a:endParaRPr lang="en-US" sz="950" dirty="0"/>
          </a:p>
        </p:txBody>
      </p:sp>
      <p:sp>
        <p:nvSpPr>
          <p:cNvPr id="19" name="Text 9"/>
          <p:cNvSpPr/>
          <p:nvPr/>
        </p:nvSpPr>
        <p:spPr>
          <a:xfrm>
            <a:off x="1032495" y="3633564"/>
            <a:ext cx="3291780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Conversations, AI Messages</a:t>
            </a:r>
            <a:endParaRPr lang="en-US" sz="8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3990677"/>
            <a:ext cx="3920133" cy="631180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354" y="4227388"/>
            <a:ext cx="157758" cy="15775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032495" y="4110112"/>
            <a:ext cx="1371079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Assessment Module</a:t>
            </a:r>
            <a:endParaRPr lang="en-US" sz="950" dirty="0"/>
          </a:p>
        </p:txBody>
      </p:sp>
      <p:sp>
        <p:nvSpPr>
          <p:cNvPr id="23" name="Text 11"/>
          <p:cNvSpPr/>
          <p:nvPr/>
        </p:nvSpPr>
        <p:spPr>
          <a:xfrm>
            <a:off x="1032495" y="4338638"/>
            <a:ext cx="3291780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Tests, Questions, Test Attempts, Answers</a:t>
            </a:r>
            <a:endParaRPr lang="en-US" sz="800" dirty="0"/>
          </a:p>
        </p:txBody>
      </p:sp>
      <p:sp>
        <p:nvSpPr>
          <p:cNvPr id="24" name="Text 12"/>
          <p:cNvSpPr/>
          <p:nvPr/>
        </p:nvSpPr>
        <p:spPr>
          <a:xfrm>
            <a:off x="4705052" y="932557"/>
            <a:ext cx="16947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Relationships</a:t>
            </a:r>
            <a:endParaRPr lang="en-US" sz="95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0765" y="1156097"/>
            <a:ext cx="1928143" cy="315218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4838774" y="1170384"/>
            <a:ext cx="1780133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User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can create multiple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Notebooks</a:t>
            </a:r>
            <a:endParaRPr lang="en-US" sz="8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7042" y="1156097"/>
            <a:ext cx="1928143" cy="31521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845052" y="1170384"/>
            <a:ext cx="1780133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Notebook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contains multiple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Sections</a:t>
            </a:r>
            <a:endParaRPr lang="en-US" sz="8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0765" y="1590601"/>
            <a:ext cx="1928143" cy="315218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4838774" y="1604888"/>
            <a:ext cx="1780133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Section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contains multiple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Pages</a:t>
            </a:r>
            <a:endParaRPr lang="en-US" sz="8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7042" y="1590601"/>
            <a:ext cx="1928143" cy="315218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6845052" y="1604888"/>
            <a:ext cx="1780133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Community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contains multiple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Members</a:t>
            </a:r>
            <a:endParaRPr lang="en-US" sz="800" dirty="0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0765" y="2025104"/>
            <a:ext cx="1928143" cy="315218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4838774" y="2039392"/>
            <a:ext cx="1780133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Test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contains multiple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Questions</a:t>
            </a:r>
            <a:endParaRPr lang="en-US" sz="8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7042" y="2025104"/>
            <a:ext cx="1928143" cy="315218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6845052" y="2039392"/>
            <a:ext cx="1780133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Student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can attempt multiple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Tests</a:t>
            </a:r>
            <a:endParaRPr lang="en-US" sz="800" dirty="0"/>
          </a:p>
        </p:txBody>
      </p:sp>
      <p:pic>
        <p:nvPicPr>
          <p:cNvPr id="37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0765" y="2459608"/>
            <a:ext cx="3934420" cy="171896"/>
          </a:xfrm>
          <a:prstGeom prst="rect">
            <a:avLst/>
          </a:prstGeom>
        </p:spPr>
      </p:pic>
      <p:sp>
        <p:nvSpPr>
          <p:cNvPr id="38" name="Text 19"/>
          <p:cNvSpPr/>
          <p:nvPr/>
        </p:nvSpPr>
        <p:spPr>
          <a:xfrm>
            <a:off x="4838774" y="2473896"/>
            <a:ext cx="3786411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AI Conversation</a:t>
            </a: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contains multiple </a:t>
            </a:r>
            <a:r>
              <a:rPr lang="en-US" sz="8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Messages</a:t>
            </a:r>
            <a:endParaRPr lang="en-US" sz="800" dirty="0"/>
          </a:p>
        </p:txBody>
      </p:sp>
      <p:sp>
        <p:nvSpPr>
          <p:cNvPr id="39" name="Shape 20"/>
          <p:cNvSpPr/>
          <p:nvPr/>
        </p:nvSpPr>
        <p:spPr>
          <a:xfrm>
            <a:off x="4705052" y="2700412"/>
            <a:ext cx="3920133" cy="328910"/>
          </a:xfrm>
          <a:prstGeom prst="roundRect">
            <a:avLst>
              <a:gd name="adj" fmla="val 4798"/>
            </a:avLst>
          </a:prstGeom>
          <a:solidFill>
            <a:srgbClr val="190080"/>
          </a:solidFill>
          <a:ln/>
        </p:spPr>
      </p:sp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0199" y="2844552"/>
            <a:ext cx="131490" cy="105147"/>
          </a:xfrm>
          <a:prstGeom prst="rect">
            <a:avLst/>
          </a:prstGeom>
        </p:spPr>
      </p:pic>
      <p:sp>
        <p:nvSpPr>
          <p:cNvPr id="41" name="Text 21"/>
          <p:cNvSpPr/>
          <p:nvPr/>
        </p:nvSpPr>
        <p:spPr>
          <a:xfrm>
            <a:off x="5046836" y="2793206"/>
            <a:ext cx="3930402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Insert your generated ER Diagram image on this slide.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556"/>
            <a:ext cx="2492350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23577" y="775841"/>
            <a:ext cx="8096845" cy="21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StudyBuddy provides a </a:t>
            </a:r>
            <a:r>
              <a:rPr lang="en-US" sz="6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complete digital learning ecosystem</a:t>
            </a:r>
            <a:r>
              <a:rPr lang="en-US" sz="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students and teachers. The system reduces manual efforts, improves learning efficiency, and provides a scalable solution for modern education environments.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23577" y="1050354"/>
            <a:ext cx="8096845" cy="600075"/>
          </a:xfrm>
          <a:prstGeom prst="roundRect">
            <a:avLst>
              <a:gd name="adj" fmla="val 2162"/>
            </a:avLst>
          </a:prstGeom>
          <a:solidFill>
            <a:srgbClr val="2B2952"/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1050354"/>
            <a:ext cx="2698924" cy="300037"/>
          </a:xfrm>
          <a:prstGeom prst="rect">
            <a:avLst/>
          </a:prstGeom>
          <a:solidFill>
            <a:srgbClr val="2B2952"/>
          </a:solidFill>
          <a:ln/>
        </p:spPr>
      </p:sp>
      <p:sp>
        <p:nvSpPr>
          <p:cNvPr id="6" name="Text 4"/>
          <p:cNvSpPr/>
          <p:nvPr/>
        </p:nvSpPr>
        <p:spPr>
          <a:xfrm>
            <a:off x="610046" y="1136824"/>
            <a:ext cx="160593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Study Material Management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22501" y="1050354"/>
            <a:ext cx="2698924" cy="300037"/>
          </a:xfrm>
          <a:prstGeom prst="rect">
            <a:avLst/>
          </a:prstGeom>
          <a:solidFill>
            <a:srgbClr val="2B2952"/>
          </a:solidFill>
          <a:ln/>
        </p:spPr>
      </p:sp>
      <p:sp>
        <p:nvSpPr>
          <p:cNvPr id="8" name="Shape 6"/>
          <p:cNvSpPr/>
          <p:nvPr/>
        </p:nvSpPr>
        <p:spPr>
          <a:xfrm>
            <a:off x="3222501" y="1050354"/>
            <a:ext cx="9525" cy="300037"/>
          </a:xfrm>
          <a:prstGeom prst="roundRect">
            <a:avLst>
              <a:gd name="adj" fmla="val 136213"/>
            </a:avLst>
          </a:prstGeom>
          <a:solidFill>
            <a:srgbClr val="44426B"/>
          </a:solidFill>
          <a:ln/>
        </p:spPr>
      </p:sp>
      <p:sp>
        <p:nvSpPr>
          <p:cNvPr id="9" name="Text 7"/>
          <p:cNvSpPr/>
          <p:nvPr/>
        </p:nvSpPr>
        <p:spPr>
          <a:xfrm>
            <a:off x="3308970" y="1136824"/>
            <a:ext cx="1500485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AI-Based Learning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21425" y="1050354"/>
            <a:ext cx="2698924" cy="300037"/>
          </a:xfrm>
          <a:prstGeom prst="rect">
            <a:avLst/>
          </a:prstGeom>
          <a:solidFill>
            <a:srgbClr val="2B2952"/>
          </a:solidFill>
          <a:ln/>
        </p:spPr>
      </p:sp>
      <p:sp>
        <p:nvSpPr>
          <p:cNvPr id="11" name="Shape 9"/>
          <p:cNvSpPr/>
          <p:nvPr/>
        </p:nvSpPr>
        <p:spPr>
          <a:xfrm>
            <a:off x="5921425" y="1050354"/>
            <a:ext cx="9525" cy="300037"/>
          </a:xfrm>
          <a:prstGeom prst="roundRect">
            <a:avLst>
              <a:gd name="adj" fmla="val 136213"/>
            </a:avLst>
          </a:prstGeom>
          <a:solidFill>
            <a:srgbClr val="44426B"/>
          </a:solidFill>
          <a:ln/>
        </p:spPr>
      </p:sp>
      <p:sp>
        <p:nvSpPr>
          <p:cNvPr id="12" name="Text 10"/>
          <p:cNvSpPr/>
          <p:nvPr/>
        </p:nvSpPr>
        <p:spPr>
          <a:xfrm>
            <a:off x="6007894" y="1136824"/>
            <a:ext cx="1457325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Community Collaboration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3577" y="1350392"/>
            <a:ext cx="4048348" cy="300037"/>
          </a:xfrm>
          <a:prstGeom prst="rect">
            <a:avLst/>
          </a:prstGeom>
          <a:solidFill>
            <a:srgbClr val="2B2952"/>
          </a:solidFill>
          <a:ln/>
        </p:spPr>
      </p:sp>
      <p:sp>
        <p:nvSpPr>
          <p:cNvPr id="14" name="Shape 12"/>
          <p:cNvSpPr/>
          <p:nvPr/>
        </p:nvSpPr>
        <p:spPr>
          <a:xfrm>
            <a:off x="523577" y="1350392"/>
            <a:ext cx="4048348" cy="9525"/>
          </a:xfrm>
          <a:prstGeom prst="roundRect">
            <a:avLst>
              <a:gd name="adj" fmla="val 136213"/>
            </a:avLst>
          </a:prstGeom>
          <a:solidFill>
            <a:srgbClr val="44426B"/>
          </a:solidFill>
          <a:ln/>
        </p:spPr>
      </p:sp>
      <p:sp>
        <p:nvSpPr>
          <p:cNvPr id="15" name="Text 13"/>
          <p:cNvSpPr/>
          <p:nvPr/>
        </p:nvSpPr>
        <p:spPr>
          <a:xfrm>
            <a:off x="610046" y="1436861"/>
            <a:ext cx="1403449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Online Test Management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1926" y="1350392"/>
            <a:ext cx="4048423" cy="300037"/>
          </a:xfrm>
          <a:prstGeom prst="rect">
            <a:avLst/>
          </a:prstGeom>
          <a:solidFill>
            <a:srgbClr val="2B295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1926" y="1350392"/>
            <a:ext cx="9525" cy="300037"/>
          </a:xfrm>
          <a:prstGeom prst="roundRect">
            <a:avLst>
              <a:gd name="adj" fmla="val 136213"/>
            </a:avLst>
          </a:prstGeom>
          <a:solidFill>
            <a:srgbClr val="44426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1926" y="1350392"/>
            <a:ext cx="4048423" cy="9525"/>
          </a:xfrm>
          <a:prstGeom prst="roundRect">
            <a:avLst>
              <a:gd name="adj" fmla="val 136213"/>
            </a:avLst>
          </a:prstGeom>
          <a:solidFill>
            <a:srgbClr val="44426B"/>
          </a:solidFill>
          <a:ln/>
        </p:spPr>
      </p:sp>
      <p:sp>
        <p:nvSpPr>
          <p:cNvPr id="19" name="Text 17"/>
          <p:cNvSpPr/>
          <p:nvPr/>
        </p:nvSpPr>
        <p:spPr>
          <a:xfrm>
            <a:off x="4658395" y="1436861"/>
            <a:ext cx="1282601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Performance Analytics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3577" y="1725364"/>
            <a:ext cx="17065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Enhancements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3577" y="1927399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2B2952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701" y="2121991"/>
            <a:ext cx="129704" cy="12970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19460" y="2013868"/>
            <a:ext cx="2272457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AI-Powered Personalized Learning Paths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23577" y="2496294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2B2952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701" y="2690887"/>
            <a:ext cx="129704" cy="12970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19460" y="2582763"/>
            <a:ext cx="1802457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Smart Recommendation Engine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23577" y="3065190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2B2952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701" y="3259782"/>
            <a:ext cx="129704" cy="12970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19460" y="3151659"/>
            <a:ext cx="1388566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Voice-Based AI Assistant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523577" y="3634085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2B2952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701" y="3828678"/>
            <a:ext cx="129704" cy="12970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9460" y="3720554"/>
            <a:ext cx="176912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Advanced Analytics Dashboard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523577" y="4202981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2B295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701" y="4397573"/>
            <a:ext cx="129704" cy="12970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9460" y="4289450"/>
            <a:ext cx="1683172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Mobile Application Integration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27955"/>
            <a:ext cx="5125045" cy="58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952577" y="1226790"/>
            <a:ext cx="4667845" cy="1278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StudyBuddy – AI-Driven Study Management &amp; Mock-Test Platform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3952577" y="2716113"/>
            <a:ext cx="2263750" cy="1043657"/>
          </a:xfrm>
          <a:prstGeom prst="roundRect">
            <a:avLst>
              <a:gd name="adj" fmla="val 2083"/>
            </a:avLst>
          </a:prstGeom>
          <a:solidFill>
            <a:srgbClr val="2B2952"/>
          </a:solidFill>
          <a:ln/>
        </p:spPr>
      </p:sp>
      <p:sp>
        <p:nvSpPr>
          <p:cNvPr id="6" name="Text 3"/>
          <p:cNvSpPr/>
          <p:nvPr/>
        </p:nvSpPr>
        <p:spPr>
          <a:xfrm>
            <a:off x="4097462" y="2860997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97462" y="3158282"/>
            <a:ext cx="1973982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Vivek Pawar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6672" y="2716113"/>
            <a:ext cx="2263750" cy="1043657"/>
          </a:xfrm>
          <a:prstGeom prst="roundRect">
            <a:avLst>
              <a:gd name="adj" fmla="val 2083"/>
            </a:avLst>
          </a:prstGeom>
          <a:solidFill>
            <a:srgbClr val="2B2952"/>
          </a:solidFill>
          <a:ln/>
        </p:spPr>
      </p:sp>
      <p:sp>
        <p:nvSpPr>
          <p:cNvPr id="9" name="Text 6"/>
          <p:cNvSpPr/>
          <p:nvPr/>
        </p:nvSpPr>
        <p:spPr>
          <a:xfrm>
            <a:off x="6501557" y="2860997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01557" y="3158282"/>
            <a:ext cx="1973982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Computer Science &amp; Engineering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52577" y="3900115"/>
            <a:ext cx="4667845" cy="815355"/>
          </a:xfrm>
          <a:prstGeom prst="roundRect">
            <a:avLst>
              <a:gd name="adj" fmla="val 2666"/>
            </a:avLst>
          </a:prstGeom>
          <a:solidFill>
            <a:srgbClr val="2B2952"/>
          </a:solidFill>
          <a:ln/>
        </p:spPr>
      </p:sp>
      <p:sp>
        <p:nvSpPr>
          <p:cNvPr id="12" name="Text 9"/>
          <p:cNvSpPr/>
          <p:nvPr/>
        </p:nvSpPr>
        <p:spPr>
          <a:xfrm>
            <a:off x="4097462" y="4045000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Open Floor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97462" y="4342284"/>
            <a:ext cx="43780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Questions &amp;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437376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Technology Stack &amp; 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2057474"/>
            <a:ext cx="13372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Technology Stack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23577" y="2209502"/>
            <a:ext cx="1959918" cy="405705"/>
          </a:xfrm>
          <a:prstGeom prst="roundRect">
            <a:avLst>
              <a:gd name="adj" fmla="val 2766"/>
            </a:avLst>
          </a:prstGeom>
          <a:solidFill>
            <a:srgbClr val="0C0A33"/>
          </a:solidFill>
          <a:ln w="9525">
            <a:solidFill>
              <a:srgbClr val="4442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7888" y="2293813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07888" y="2441153"/>
            <a:ext cx="179129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Next.js · Tailwind CSS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2520851" y="2209502"/>
            <a:ext cx="1959918" cy="405705"/>
          </a:xfrm>
          <a:prstGeom prst="roundRect">
            <a:avLst>
              <a:gd name="adj" fmla="val 2766"/>
            </a:avLst>
          </a:prstGeom>
          <a:solidFill>
            <a:srgbClr val="0C0A33"/>
          </a:solidFill>
          <a:ln w="9525">
            <a:solidFill>
              <a:srgbClr val="4442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5162" y="2293813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605162" y="2441153"/>
            <a:ext cx="179129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FastAPI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523577" y="2652564"/>
            <a:ext cx="1959918" cy="405705"/>
          </a:xfrm>
          <a:prstGeom prst="roundRect">
            <a:avLst>
              <a:gd name="adj" fmla="val 2766"/>
            </a:avLst>
          </a:prstGeom>
          <a:solidFill>
            <a:srgbClr val="0C0A33"/>
          </a:solidFill>
          <a:ln w="9525">
            <a:solidFill>
              <a:srgbClr val="4442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888" y="2736875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Database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07888" y="2884215"/>
            <a:ext cx="179129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520851" y="2652564"/>
            <a:ext cx="1959918" cy="405705"/>
          </a:xfrm>
          <a:prstGeom prst="roundRect">
            <a:avLst>
              <a:gd name="adj" fmla="val 2766"/>
            </a:avLst>
          </a:prstGeom>
          <a:solidFill>
            <a:srgbClr val="0C0A33"/>
          </a:solidFill>
          <a:ln w="9525">
            <a:solidFill>
              <a:srgbClr val="4442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5162" y="2736875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Auth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605162" y="2884215"/>
            <a:ext cx="179129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Firebase Authentication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523577" y="3095625"/>
            <a:ext cx="1959918" cy="405705"/>
          </a:xfrm>
          <a:prstGeom prst="roundRect">
            <a:avLst>
              <a:gd name="adj" fmla="val 2766"/>
            </a:avLst>
          </a:prstGeom>
          <a:solidFill>
            <a:srgbClr val="0C0A33"/>
          </a:solidFill>
          <a:ln w="9525">
            <a:solidFill>
              <a:srgbClr val="4442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888" y="3179936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07888" y="3327276"/>
            <a:ext cx="179129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Gemini AI API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2520851" y="3095625"/>
            <a:ext cx="1959918" cy="405705"/>
          </a:xfrm>
          <a:prstGeom prst="roundRect">
            <a:avLst>
              <a:gd name="adj" fmla="val 2766"/>
            </a:avLst>
          </a:prstGeom>
          <a:solidFill>
            <a:srgbClr val="0C0A33"/>
          </a:solidFill>
          <a:ln w="9525">
            <a:solidFill>
              <a:srgbClr val="4442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5162" y="3179936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Infrastructure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605162" y="3327276"/>
            <a:ext cx="179129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Redis · Vercel · Render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4667994" y="724793"/>
            <a:ext cx="1441847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</a:t>
            </a:r>
            <a:endParaRPr lang="en-US" sz="6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994" y="876821"/>
            <a:ext cx="3957191" cy="3957191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418</Words>
  <Application>Microsoft Office PowerPoint</Application>
  <PresentationFormat>On-screen Show (16:9)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Arimo</vt:lpstr>
      <vt:lpstr>Syne Bold</vt:lpstr>
      <vt:lpstr>Wingdings 3</vt:lpstr>
      <vt:lpstr>Arimo Bold</vt:lpstr>
      <vt:lpstr>Century Gothic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Vivek Pawar</cp:lastModifiedBy>
  <cp:revision>4</cp:revision>
  <dcterms:created xsi:type="dcterms:W3CDTF">2026-06-23T03:28:00Z</dcterms:created>
  <dcterms:modified xsi:type="dcterms:W3CDTF">2026-06-23T03:54:54Z</dcterms:modified>
</cp:coreProperties>
</file>