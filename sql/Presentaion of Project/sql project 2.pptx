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9" r:id="rId2"/>
    <p:sldId id="332" r:id="rId3"/>
    <p:sldId id="313" r:id="rId4"/>
    <p:sldId id="329" r:id="rId5"/>
    <p:sldId id="331" r:id="rId6"/>
    <p:sldId id="318" r:id="rId7"/>
    <p:sldId id="325" r:id="rId8"/>
  </p:sldIdLst>
  <p:sldSz cx="12192000" cy="6858000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7454B6-1934-4F8C-B540-BB622C081E35}">
          <p14:sldIdLst>
            <p14:sldId id="309"/>
            <p14:sldId id="332"/>
            <p14:sldId id="313"/>
            <p14:sldId id="329"/>
            <p14:sldId id="331"/>
            <p14:sldId id="318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71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523" y="77"/>
      </p:cViewPr>
      <p:guideLst>
        <p:guide orient="horz" pos="2160"/>
        <p:guide pos="38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tej Khawale" userId="f73a48eb4c735fdf" providerId="LiveId" clId="{0CB32754-8984-4AD7-9DCA-02D103A3D9AB}"/>
    <pc:docChg chg="modSld">
      <pc:chgData name="Shivtej Khawale" userId="f73a48eb4c735fdf" providerId="LiveId" clId="{0CB32754-8984-4AD7-9DCA-02D103A3D9AB}" dt="2026-06-12T02:29:15.065" v="0" actId="1076"/>
      <pc:docMkLst>
        <pc:docMk/>
      </pc:docMkLst>
      <pc:sldChg chg="modSp mod">
        <pc:chgData name="Shivtej Khawale" userId="f73a48eb4c735fdf" providerId="LiveId" clId="{0CB32754-8984-4AD7-9DCA-02D103A3D9AB}" dt="2026-06-12T02:29:15.065" v="0" actId="1076"/>
        <pc:sldMkLst>
          <pc:docMk/>
          <pc:sldMk cId="4225702201" sldId="329"/>
        </pc:sldMkLst>
        <pc:picChg chg="mod">
          <ac:chgData name="Shivtej Khawale" userId="f73a48eb4c735fdf" providerId="LiveId" clId="{0CB32754-8984-4AD7-9DCA-02D103A3D9AB}" dt="2026-06-12T02:29:15.065" v="0" actId="1076"/>
          <ac:picMkLst>
            <pc:docMk/>
            <pc:sldMk cId="4225702201" sldId="329"/>
            <ac:picMk id="3" creationId="{C26437CD-9469-E425-488A-31CB57EE88B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10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D2D99-EB77-9BDE-5CB4-77E6BE36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5D5B0-B6EE-18DA-3439-9DA72AEE9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BDA28-6973-D4FF-AF55-45B2AABCF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8BFE5-D399-DC73-51DF-89A881DA9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51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01F2A-486C-F988-E724-A4C7C7986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6368C-01DA-1989-4F42-FDE3E6563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4FA18-0AF0-64C8-D167-9FA30FC3B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1F825-A833-7659-7A7F-22FAD86FD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1"/>
              <a:t>Click to edit Master subtitle style</a:t>
            </a:r>
            <a:endParaRPr lang="en-IN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IN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  <a:endParaRPr lang="en-IN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IN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I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1571F2D-B3BA-4CA4-9404-0BADBCB34CFC}" type="datetimeFigureOut"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23-06-2026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/>
            <a:fld id="{9A0DB2DC-4C9A-4742-B13C-FB6460FD3503}" type="slidenum">
              <a:rPr lang="en-IN" altLang="en-US" dirty="0"/>
              <a:pPr lvl="0" eaLnBrk="1" hangingPunct="1"/>
              <a:t>‹#›</a:t>
            </a:fld>
            <a:endParaRPr lang="en-I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274320" y="5097025"/>
            <a:ext cx="10445750" cy="639763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 bwMode="auto">
          <a:xfrm>
            <a:off x="0" y="-55167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Introduction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9F7E59-F4AC-2C67-F9DB-44C5466C237C}"/>
              </a:ext>
            </a:extLst>
          </p:cNvPr>
          <p:cNvSpPr txBox="1"/>
          <p:nvPr/>
        </p:nvSpPr>
        <p:spPr>
          <a:xfrm>
            <a:off x="4958080" y="3551408"/>
            <a:ext cx="170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lgerian" panose="04020705040A02060702" pitchFamily="82" charset="0"/>
              </a:rPr>
              <a:t>Vivek Pawar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A4A340-C1FB-62BB-9C7E-7D4CC4FB754A}"/>
              </a:ext>
            </a:extLst>
          </p:cNvPr>
          <p:cNvSpPr txBox="1"/>
          <p:nvPr/>
        </p:nvSpPr>
        <p:spPr>
          <a:xfrm>
            <a:off x="274320" y="3798332"/>
            <a:ext cx="2175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+mn-lt"/>
              </a:rPr>
              <a:t>Project</a:t>
            </a:r>
            <a:r>
              <a:rPr lang="en-IN" sz="2800" b="1" dirty="0"/>
              <a:t> </a:t>
            </a:r>
            <a:r>
              <a:rPr lang="en-IN" sz="2400" b="1" dirty="0">
                <a:latin typeface="+mn-lt"/>
              </a:rPr>
              <a:t>Name</a:t>
            </a:r>
            <a:r>
              <a:rPr lang="en-IN" sz="2800" b="1" dirty="0"/>
              <a:t> </a:t>
            </a:r>
            <a:r>
              <a:rPr lang="en-IN" sz="3600" dirty="0"/>
              <a:t>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05C81B-C6F3-D25C-B052-B42D41E877CD}"/>
              </a:ext>
            </a:extLst>
          </p:cNvPr>
          <p:cNvSpPr txBox="1"/>
          <p:nvPr/>
        </p:nvSpPr>
        <p:spPr>
          <a:xfrm>
            <a:off x="1849120" y="4894144"/>
            <a:ext cx="8676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  <a:latin typeface="+mn-lt"/>
              </a:rPr>
              <a:t>StudyBuddy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– AI-Driven Study Management &amp; Mock-Test Platform</a:t>
            </a:r>
            <a:endParaRPr lang="en-IN" sz="36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5C0EB-8B7A-B484-36B7-AB2D41B66F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640" y="622338"/>
            <a:ext cx="2407674" cy="2768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4E1E-8074-AB80-16B4-80A6535F2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>
            <a:extLst>
              <a:ext uri="{FF2B5EF4-FFF2-40B4-BE49-F238E27FC236}">
                <a16:creationId xmlns:a16="http://schemas.microsoft.com/office/drawing/2014/main" id="{67AE6718-6A86-9B99-8BF3-4DBBBE87C6D9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16180E2-2710-0F42-04E6-05D9269425E6}"/>
              </a:ext>
            </a:extLst>
          </p:cNvPr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9D6BAF-2B37-8A2F-955F-6CBC8BCEE5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BBDA63-9FD0-2FFD-9DC1-CB37036BC1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1BC665-6957-EE10-B708-72944226295A}"/>
              </a:ext>
            </a:extLst>
          </p:cNvPr>
          <p:cNvSpPr txBox="1"/>
          <p:nvPr/>
        </p:nvSpPr>
        <p:spPr>
          <a:xfrm>
            <a:off x="1341120" y="1169194"/>
            <a:ext cx="88595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StudyBuddy</a:t>
            </a:r>
            <a:r>
              <a:rPr lang="en-US" dirty="0"/>
              <a:t> is an AI-powered learning management platform designed to help students organize study materials, create notes, take mock tests, and improve learning efficiency.</a:t>
            </a:r>
          </a:p>
          <a:p>
            <a:r>
              <a:rPr lang="en-US" dirty="0"/>
              <a:t>The system provides:</a:t>
            </a:r>
          </a:p>
          <a:p>
            <a:r>
              <a:rPr lang="en-US" dirty="0"/>
              <a:t>Digital notebook management </a:t>
            </a:r>
          </a:p>
          <a:p>
            <a:r>
              <a:rPr lang="en-US" dirty="0"/>
              <a:t>AI-assisted note generation </a:t>
            </a:r>
          </a:p>
          <a:p>
            <a:r>
              <a:rPr lang="en-US" dirty="0"/>
              <a:t>Community-based learning </a:t>
            </a:r>
          </a:p>
          <a:p>
            <a:r>
              <a:rPr lang="en-US" dirty="0"/>
              <a:t>Mock test creation and evaluation </a:t>
            </a:r>
          </a:p>
          <a:p>
            <a:r>
              <a:rPr lang="en-US" dirty="0"/>
              <a:t>Progress tracking and analytics </a:t>
            </a:r>
          </a:p>
          <a:p>
            <a:r>
              <a:rPr lang="en-US" dirty="0"/>
              <a:t>Teacher-student interaction </a:t>
            </a:r>
          </a:p>
          <a:p>
            <a:r>
              <a:rPr lang="en-US" dirty="0"/>
              <a:t>The platform aims to create a centralized environment where students can learn, practice, and monitor their academic performance effectively.</a:t>
            </a:r>
          </a:p>
        </p:txBody>
      </p:sp>
    </p:spTree>
    <p:extLst>
      <p:ext uri="{BB962C8B-B14F-4D97-AF65-F5344CB8AC3E}">
        <p14:creationId xmlns:p14="http://schemas.microsoft.com/office/powerpoint/2010/main" val="229900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 bwMode="auto">
          <a:xfrm>
            <a:off x="428625" y="5343525"/>
            <a:ext cx="10445750" cy="639763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&amp; Objective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8CB0AB-73DB-B469-70E8-1177D069A3E5}"/>
              </a:ext>
            </a:extLst>
          </p:cNvPr>
          <p:cNvSpPr txBox="1"/>
          <p:nvPr/>
        </p:nvSpPr>
        <p:spPr>
          <a:xfrm>
            <a:off x="943610" y="1249680"/>
            <a:ext cx="10445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Aim </a:t>
            </a:r>
            <a:r>
              <a:rPr lang="en-IN" dirty="0"/>
              <a:t>:- To develop a database system that manages student placement activities and simplifies the recruitment process.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FB8F2-7535-E308-210B-A95D577EA027}"/>
              </a:ext>
            </a:extLst>
          </p:cNvPr>
          <p:cNvSpPr txBox="1"/>
          <p:nvPr/>
        </p:nvSpPr>
        <p:spPr>
          <a:xfrm>
            <a:off x="943610" y="2178854"/>
            <a:ext cx="83007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cs typeface="Arial" panose="020B0604020202020204" pitchFamily="34" charset="0"/>
              </a:rPr>
              <a:t>Objective</a:t>
            </a:r>
            <a:r>
              <a:rPr lang="en-IN" b="1" dirty="0">
                <a:latin typeface="+mn-lt"/>
              </a:rPr>
              <a:t> :</a:t>
            </a:r>
          </a:p>
          <a:p>
            <a:endParaRPr lang="en-IN" b="1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Store student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Maintain company records.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Manage placement drives.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Track student applications.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Generate placement reports.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Calculate placement percentage.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latin typeface="+mn-lt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6437CD-9469-E425-488A-31CB57EE8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24456" y="865601"/>
            <a:ext cx="7924799" cy="55983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6061B30-F9EE-AEFA-EA31-11ABC6CF53F9}"/>
              </a:ext>
            </a:extLst>
          </p:cNvPr>
          <p:cNvCxnSpPr/>
          <p:nvPr/>
        </p:nvCxnSpPr>
        <p:spPr>
          <a:xfrm>
            <a:off x="4791456" y="2072640"/>
            <a:ext cx="2340864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A15142B1-8EA0-3AED-ADC3-565013029C92}"/>
              </a:ext>
            </a:extLst>
          </p:cNvPr>
          <p:cNvCxnSpPr/>
          <p:nvPr/>
        </p:nvCxnSpPr>
        <p:spPr>
          <a:xfrm>
            <a:off x="4791456" y="2340864"/>
            <a:ext cx="4090416" cy="883920"/>
          </a:xfrm>
          <a:prstGeom prst="bentConnector3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38464A8-F96F-F229-C0D6-E9C0071663C8}"/>
              </a:ext>
            </a:extLst>
          </p:cNvPr>
          <p:cNvCxnSpPr/>
          <p:nvPr/>
        </p:nvCxnSpPr>
        <p:spPr>
          <a:xfrm>
            <a:off x="8906256" y="3212592"/>
            <a:ext cx="0" cy="12070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E33A237A-3A9D-35E6-3C1C-BF2163882061}"/>
              </a:ext>
            </a:extLst>
          </p:cNvPr>
          <p:cNvCxnSpPr/>
          <p:nvPr/>
        </p:nvCxnSpPr>
        <p:spPr>
          <a:xfrm>
            <a:off x="6096000" y="3913632"/>
            <a:ext cx="1395984" cy="926592"/>
          </a:xfrm>
          <a:prstGeom prst="bentConnector3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69597EC-75D1-FFE5-4BC3-4B9085AAF2F1}"/>
              </a:ext>
            </a:extLst>
          </p:cNvPr>
          <p:cNvCxnSpPr/>
          <p:nvPr/>
        </p:nvCxnSpPr>
        <p:spPr>
          <a:xfrm>
            <a:off x="4413504" y="3913632"/>
            <a:ext cx="0" cy="62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A89858C1-1AD3-08D1-144A-8B97F29834EE}"/>
              </a:ext>
            </a:extLst>
          </p:cNvPr>
          <p:cNvCxnSpPr/>
          <p:nvPr/>
        </p:nvCxnSpPr>
        <p:spPr>
          <a:xfrm rot="16200000" flipV="1">
            <a:off x="252969" y="2563353"/>
            <a:ext cx="3742975" cy="347472"/>
          </a:xfrm>
          <a:prstGeom prst="bentConnector3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DDE3568-B854-A608-FFD0-B5F8F38E5D3F}"/>
              </a:ext>
            </a:extLst>
          </p:cNvPr>
          <p:cNvCxnSpPr/>
          <p:nvPr/>
        </p:nvCxnSpPr>
        <p:spPr>
          <a:xfrm>
            <a:off x="1950720" y="865601"/>
            <a:ext cx="5132832" cy="140239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70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295F7-0AB4-0158-94FD-5D5EC132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>
            <a:extLst>
              <a:ext uri="{FF2B5EF4-FFF2-40B4-BE49-F238E27FC236}">
                <a16:creationId xmlns:a16="http://schemas.microsoft.com/office/drawing/2014/main" id="{0447F249-DE7F-98E1-8AF8-501F0436A4E6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7EE6B78-2E03-1B0B-39DF-AF99419C5CEB}"/>
              </a:ext>
            </a:extLst>
          </p:cNvPr>
          <p:cNvSpPr txBox="1"/>
          <p:nvPr/>
        </p:nvSpPr>
        <p:spPr bwMode="auto">
          <a:xfrm>
            <a:off x="0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B4501E-D462-8109-3560-6CCB24943D9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BFF9B3-5CE6-5F8A-E1C5-5828972D0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210" y="726723"/>
            <a:ext cx="9339580" cy="578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8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 bwMode="auto">
          <a:xfrm>
            <a:off x="-1" y="0"/>
            <a:ext cx="12192000" cy="639763"/>
          </a:xfrm>
          <a:prstGeom prst="rect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txBody>
          <a:bodyPr anchor="ctr">
            <a:normAutofit fontScale="97500"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lvl="0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502DD5-A96C-B5C8-76E4-7B1E8C4996D0}"/>
              </a:ext>
            </a:extLst>
          </p:cNvPr>
          <p:cNvSpPr txBox="1"/>
          <p:nvPr/>
        </p:nvSpPr>
        <p:spPr>
          <a:xfrm>
            <a:off x="670560" y="1198880"/>
            <a:ext cx="10373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Student Placement Management System efficiently manages student placement activities, company recruitment drives, applications, and selections.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It reduces manual work and helps placement officers generate accurate placement reports quickly.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7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en-IN" altLang="en-US" dirty="0"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14" name="Title 1"/>
          <p:cNvSpPr txBox="1"/>
          <p:nvPr/>
        </p:nvSpPr>
        <p:spPr>
          <a:xfrm>
            <a:off x="2251075" y="1069975"/>
            <a:ext cx="7239000" cy="9080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algn="ctr">
              <a:lnSpc>
                <a:spcPct val="90000"/>
              </a:lnSpc>
            </a:pPr>
            <a:endParaRPr lang="en-US" altLang="en-US" sz="3900" dirty="0">
              <a:solidFill>
                <a:srgbClr val="52525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66888" y="1978025"/>
            <a:ext cx="8207375" cy="1862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0" b="1" i="1" u="none" strike="noStrike" kern="1200" cap="none" spc="0" normalizeH="0" baseline="0" noProof="0" dirty="0">
                <a:ln w="3175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Bodoni MT" panose="02070603080606020203" pitchFamily="18" charset="0"/>
                <a:ea typeface="+mn-ea"/>
                <a:cs typeface="+mn-cs"/>
              </a:rPr>
              <a:t>Thank you !</a:t>
            </a:r>
            <a:endParaRPr kumimoji="0" lang="en-IN" sz="11500" b="1" i="1" u="none" strike="noStrike" kern="1200" cap="none" spc="0" normalizeH="0" baseline="0" noProof="0" dirty="0">
              <a:ln w="3175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Bodoni MT" panose="02070603080606020203" pitchFamily="18" charset="0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65"/>
          <a:stretch/>
        </p:blipFill>
        <p:spPr>
          <a:xfrm>
            <a:off x="0" y="6512719"/>
            <a:ext cx="12192000" cy="345281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045335" y="6261102"/>
            <a:ext cx="4907280" cy="28130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Nagpur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Pune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Jalgaon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Amravati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Pandhurna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| </a:t>
            </a:r>
            <a:r>
              <a:rPr lang="en-IN" sz="140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Bhandara</a:t>
            </a:r>
            <a:r>
              <a:rPr lang="en-IN" sz="1400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8" y="5610859"/>
            <a:ext cx="1874520" cy="9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Roshan_Dir_SP\AppData\Local\Packages\Microsoft.Windows.Photos_8wekyb3d8bbwe\TempState\ShareServiceTempFolder\GHRCEM Nagpur.jpe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280" y="17464"/>
            <a:ext cx="2331720" cy="150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193</Words>
  <Application>Microsoft Office PowerPoint</Application>
  <PresentationFormat>Widescreen</PresentationFormat>
  <Paragraphs>45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Algerian</vt:lpstr>
      <vt:lpstr>Arial</vt:lpstr>
      <vt:lpstr>Bodoni MT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Vivek Pawar</cp:lastModifiedBy>
  <cp:revision>137</cp:revision>
  <cp:lastPrinted>2018-01-20T12:20:00Z</cp:lastPrinted>
  <dcterms:created xsi:type="dcterms:W3CDTF">2018-01-20T09:03:00Z</dcterms:created>
  <dcterms:modified xsi:type="dcterms:W3CDTF">2026-06-23T03:29:29Z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1033-11.2.0.11130</vt:lpwstr>
  </property>
  <property fmtid="{D5CDD505-2E9C-101B-9397-08002B2CF9AE}" pid="3" name="ICV">
    <vt:lpwstr>6374260BE79843758BF4354F8515C0F8</vt:lpwstr>
  </property>
</Properties>
</file>