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11"/>
  </p:notesMasterIdLst>
  <p:sldIdLst>
    <p:sldId id="256" r:id="rId2"/>
    <p:sldId id="265" r:id="rId3"/>
    <p:sldId id="257" r:id="rId4"/>
    <p:sldId id="258" r:id="rId5"/>
    <p:sldId id="259" r:id="rId6"/>
    <p:sldId id="260" r:id="rId7"/>
    <p:sldId id="261" r:id="rId8"/>
    <p:sldId id="263" r:id="rId9"/>
    <p:sldId id="264" r:id="rId10"/>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985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7274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676842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889365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964422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7/11/2024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86867324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97243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7560724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819246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7/11/2024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20359162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577252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90326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568387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29475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7774597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727279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45305538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514474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5622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B61BEF0D-F0BB-DE4B-95CE-6DB70DBA9567}" type="datetimeFigureOut">
              <a:rPr lang="en-US" smtClean="0"/>
              <a:pPr/>
              <a:t>7/11/2024</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276644"/>
      </p:ext>
    </p:extLst>
  </p:cSld>
  <p:clrMap bg1="dk1" tx1="lt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p:cNvPicPr>
            <a:picLocks noChangeAspect="1"/>
          </p:cNvPicPr>
          <p:nvPr/>
        </p:nvPicPr>
        <p:blipFill>
          <a:blip r:embed="rId4"/>
          <a:srcRect/>
          <a:stretch/>
        </p:blipFill>
        <p:spPr>
          <a:xfrm>
            <a:off x="10253108" y="2612918"/>
            <a:ext cx="2844000" cy="2844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 2"/>
          <p:cNvSpPr/>
          <p:nvPr/>
        </p:nvSpPr>
        <p:spPr>
          <a:xfrm>
            <a:off x="811421" y="1845896"/>
            <a:ext cx="8315853" cy="2012427"/>
          </a:xfrm>
          <a:prstGeom prst="rect">
            <a:avLst/>
          </a:prstGeom>
          <a:noFill/>
          <a:ln/>
        </p:spPr>
        <p:txBody>
          <a:bodyPr wrap="square" rtlCol="0" anchor="t"/>
          <a:lstStyle/>
          <a:p>
            <a:pPr marL="0" indent="0">
              <a:lnSpc>
                <a:spcPts val="6977"/>
              </a:lnSpc>
              <a:buNone/>
            </a:pPr>
            <a:r>
              <a:rPr lang="en-US" sz="5582" b="1" i="1" u="sng" dirty="0">
                <a:solidFill>
                  <a:schemeClr val="accent2"/>
                </a:solidFill>
                <a:latin typeface="Barlow" pitchFamily="34" charset="0"/>
              </a:rPr>
              <a:t>Name: Vivek Pawar</a:t>
            </a:r>
          </a:p>
          <a:p>
            <a:pPr marL="0" indent="0">
              <a:lnSpc>
                <a:spcPts val="6977"/>
              </a:lnSpc>
              <a:buNone/>
            </a:pPr>
            <a:r>
              <a:rPr lang="en-US" sz="5582" b="1" i="1" u="sng" dirty="0">
                <a:solidFill>
                  <a:schemeClr val="accent2"/>
                </a:solidFill>
                <a:latin typeface="Barlow" pitchFamily="34" charset="0"/>
              </a:rPr>
              <a:t>Div: A &amp; Roll No.: 70</a:t>
            </a:r>
          </a:p>
          <a:p>
            <a:pPr marL="0" indent="0">
              <a:lnSpc>
                <a:spcPts val="6977"/>
              </a:lnSpc>
              <a:buNone/>
            </a:pPr>
            <a:endParaRPr lang="en-US" sz="5582" b="1" i="1" u="sng" dirty="0">
              <a:solidFill>
                <a:schemeClr val="accent2"/>
              </a:solidFill>
              <a:latin typeface="Barlow" pitchFamily="34" charset="0"/>
            </a:endParaRPr>
          </a:p>
          <a:p>
            <a:pPr marL="0" indent="0">
              <a:lnSpc>
                <a:spcPts val="6977"/>
              </a:lnSpc>
              <a:buNone/>
            </a:pPr>
            <a:endParaRPr lang="en-US" sz="5582" i="1" u="sng" dirty="0">
              <a:solidFill>
                <a:schemeClr val="accent2"/>
              </a:solidFill>
            </a:endParaRPr>
          </a:p>
        </p:txBody>
      </p:sp>
      <p:sp>
        <p:nvSpPr>
          <p:cNvPr id="7" name="Text 3"/>
          <p:cNvSpPr/>
          <p:nvPr/>
        </p:nvSpPr>
        <p:spPr>
          <a:xfrm>
            <a:off x="683181" y="4685348"/>
            <a:ext cx="7777639" cy="1248728"/>
          </a:xfrm>
          <a:prstGeom prst="rect">
            <a:avLst/>
          </a:prstGeom>
          <a:noFill/>
          <a:ln/>
        </p:spPr>
        <p:txBody>
          <a:bodyPr wrap="square" rtlCol="0" anchor="t"/>
          <a:lstStyle/>
          <a:p>
            <a:pPr marL="0" indent="0">
              <a:lnSpc>
                <a:spcPts val="2459"/>
              </a:lnSpc>
              <a:buNone/>
            </a:pPr>
            <a:endParaRPr lang="en-US" sz="1537" dirty="0"/>
          </a:p>
        </p:txBody>
      </p:sp>
      <p:sp>
        <p:nvSpPr>
          <p:cNvPr id="10" name="Text 5"/>
          <p:cNvSpPr/>
          <p:nvPr/>
        </p:nvSpPr>
        <p:spPr>
          <a:xfrm>
            <a:off x="1092994" y="6153626"/>
            <a:ext cx="1985367" cy="341471"/>
          </a:xfrm>
          <a:prstGeom prst="rect">
            <a:avLst/>
          </a:prstGeom>
          <a:noFill/>
          <a:ln/>
        </p:spPr>
        <p:txBody>
          <a:bodyPr wrap="none" rtlCol="0" anchor="t"/>
          <a:lstStyle/>
          <a:p>
            <a:pPr marL="0" indent="0" algn="l">
              <a:lnSpc>
                <a:spcPts val="2690"/>
              </a:lnSpc>
              <a:buNone/>
            </a:pPr>
            <a:endParaRPr lang="en-US" sz="1921" dirty="0"/>
          </a:p>
        </p:txBody>
      </p:sp>
      <p:sp>
        <p:nvSpPr>
          <p:cNvPr id="12" name="TextBox 11">
            <a:extLst>
              <a:ext uri="{FF2B5EF4-FFF2-40B4-BE49-F238E27FC236}">
                <a16:creationId xmlns:a16="http://schemas.microsoft.com/office/drawing/2014/main" id="{95E0D7D0-4BDA-2EF0-8A89-C0E60BEE8E7A}"/>
              </a:ext>
            </a:extLst>
          </p:cNvPr>
          <p:cNvSpPr txBox="1"/>
          <p:nvPr/>
        </p:nvSpPr>
        <p:spPr>
          <a:xfrm>
            <a:off x="1092993" y="4371277"/>
            <a:ext cx="6868977" cy="2893100"/>
          </a:xfrm>
          <a:prstGeom prst="rect">
            <a:avLst/>
          </a:prstGeom>
          <a:noFill/>
        </p:spPr>
        <p:txBody>
          <a:bodyPr wrap="square" rtlCol="0">
            <a:spAutoFit/>
          </a:bodyPr>
          <a:lstStyle/>
          <a:p>
            <a:pPr algn="ctr"/>
            <a:r>
              <a:rPr lang="en-US" sz="40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Vocational Training Presentation</a:t>
            </a:r>
          </a:p>
          <a:p>
            <a:pPr algn="ctr"/>
            <a:r>
              <a:rPr lang="en-US" sz="40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rPr>
              <a:t> On</a:t>
            </a:r>
          </a:p>
          <a:p>
            <a:pPr algn="ctr"/>
            <a:endParaRPr lang="en-US" sz="40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r>
              <a:rPr lang="en-US" sz="4400" b="1" i="1" u="sng" cap="none" spc="0" dirty="0">
                <a:ln w="18415" cmpd="sng">
                  <a:solidFill>
                    <a:srgbClr val="FFFFFF"/>
                  </a:solidFill>
                  <a:prstDash val="solid"/>
                </a:ln>
                <a:solidFill>
                  <a:srgbClr val="FF0000"/>
                </a:solidFill>
                <a:effectLst>
                  <a:outerShdw blurRad="63500" dir="3600000" algn="tl" rotWithShape="0">
                    <a:srgbClr val="000000">
                      <a:alpha val="70000"/>
                    </a:srgbClr>
                  </a:outerShdw>
                </a:effectLst>
              </a:rPr>
              <a:t>Full Stack Development</a:t>
            </a:r>
          </a:p>
          <a:p>
            <a:endParaRPr lang="en-IN" dirty="0"/>
          </a:p>
        </p:txBody>
      </p:sp>
      <p:sp>
        <p:nvSpPr>
          <p:cNvPr id="15" name="TextBox 14">
            <a:extLst>
              <a:ext uri="{FF2B5EF4-FFF2-40B4-BE49-F238E27FC236}">
                <a16:creationId xmlns:a16="http://schemas.microsoft.com/office/drawing/2014/main" id="{D55075DD-1046-2DB1-11A6-6CD49C8ED504}"/>
              </a:ext>
            </a:extLst>
          </p:cNvPr>
          <p:cNvSpPr txBox="1"/>
          <p:nvPr/>
        </p:nvSpPr>
        <p:spPr>
          <a:xfrm>
            <a:off x="5045926" y="457200"/>
            <a:ext cx="4739269" cy="1200329"/>
          </a:xfrm>
          <a:prstGeom prst="rect">
            <a:avLst/>
          </a:prstGeom>
          <a:noFill/>
        </p:spPr>
        <p:txBody>
          <a:bodyPr wrap="square" rtlCol="0">
            <a:spAutoFit/>
          </a:bodyPr>
          <a:lstStyle/>
          <a:p>
            <a:pPr algn="ctr"/>
            <a:r>
              <a:rPr lang="en-US" sz="5400" b="1" spc="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w Cen MT Condensed" panose="020B0606020104020203" pitchFamily="34" charset="0"/>
              </a:rPr>
              <a:t>I</a:t>
            </a:r>
            <a:r>
              <a:rPr lang="en-US" sz="5400" b="1" cap="none" spc="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w Cen MT Condensed" panose="020B0606020104020203" pitchFamily="34" charset="0"/>
              </a:rPr>
              <a:t>ntroduction</a:t>
            </a:r>
            <a:endParaRPr lang="en-US" sz="1800" b="1" cap="none" spc="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w Cen MT Condensed" panose="020B0606020104020203" pitchFamily="34" charset="0"/>
            </a:endParaRPr>
          </a:p>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961200" y="3063241"/>
            <a:ext cx="3852000" cy="2242937"/>
          </a:xfrm>
          <a:prstGeom prst="rect">
            <a:avLst/>
          </a:prstGeom>
        </p:spPr>
      </p:pic>
      <p:sp>
        <p:nvSpPr>
          <p:cNvPr id="6" name="Text 2"/>
          <p:cNvSpPr/>
          <p:nvPr/>
        </p:nvSpPr>
        <p:spPr>
          <a:xfrm>
            <a:off x="683181" y="1734383"/>
            <a:ext cx="7777639" cy="2658189"/>
          </a:xfrm>
          <a:prstGeom prst="rect">
            <a:avLst/>
          </a:prstGeom>
          <a:noFill/>
          <a:ln/>
        </p:spPr>
        <p:txBody>
          <a:bodyPr wrap="square" rtlCol="0" anchor="t"/>
          <a:lstStyle/>
          <a:p>
            <a:pPr marL="0" indent="0">
              <a:lnSpc>
                <a:spcPts val="6977"/>
              </a:lnSpc>
              <a:buNone/>
            </a:pPr>
            <a:r>
              <a:rPr lang="en-US" sz="5582" b="1" i="1" u="sng" dirty="0">
                <a:solidFill>
                  <a:schemeClr val="accent2"/>
                </a:solidFill>
                <a:latin typeface="Barlow" pitchFamily="34" charset="0"/>
                <a:ea typeface="Barlow" pitchFamily="34" charset="-122"/>
                <a:cs typeface="Barlow" pitchFamily="34" charset="-120"/>
              </a:rPr>
              <a:t>Vocational Training Presentation on Full Stack Development</a:t>
            </a:r>
            <a:endParaRPr lang="en-US" sz="5582" i="1" u="sng" dirty="0">
              <a:solidFill>
                <a:schemeClr val="accent2"/>
              </a:solidFill>
            </a:endParaRPr>
          </a:p>
        </p:txBody>
      </p:sp>
      <p:sp>
        <p:nvSpPr>
          <p:cNvPr id="7" name="Text 3"/>
          <p:cNvSpPr/>
          <p:nvPr/>
        </p:nvSpPr>
        <p:spPr>
          <a:xfrm>
            <a:off x="683181" y="4685348"/>
            <a:ext cx="7777639" cy="1248728"/>
          </a:xfrm>
          <a:prstGeom prst="rect">
            <a:avLst/>
          </a:prstGeom>
          <a:noFill/>
          <a:ln/>
        </p:spPr>
        <p:txBody>
          <a:bodyPr wrap="square" rtlCol="0" anchor="t"/>
          <a:lstStyle/>
          <a:p>
            <a:pPr marL="285750" indent="-285750">
              <a:lnSpc>
                <a:spcPts val="2459"/>
              </a:lnSpc>
              <a:buFont typeface="Wingdings" panose="05000000000000000000" pitchFamily="2" charset="2"/>
              <a:buChar char="Ø"/>
            </a:pPr>
            <a:r>
              <a:rPr lang="en-US" sz="1700" dirty="0">
                <a:solidFill>
                  <a:srgbClr val="EEEFF5"/>
                </a:solidFill>
                <a:latin typeface="Montserrat" pitchFamily="34" charset="0"/>
                <a:ea typeface="Montserrat" pitchFamily="34" charset="-122"/>
                <a:cs typeface="Montserrat" pitchFamily="34" charset="-120"/>
              </a:rPr>
              <a:t>This presentation provides an overview of Vivek Bandu Pawar 15-day industrial training in full stack development with Fourise Software Solution Pvt Ltd. It covers the industrial overview, trainer description, training objectives, internship activities, and projects completed during the training.</a:t>
            </a:r>
            <a:endParaRPr lang="en-US" sz="1700" dirty="0"/>
          </a:p>
        </p:txBody>
      </p:sp>
      <p:sp>
        <p:nvSpPr>
          <p:cNvPr id="10" name="Text 5"/>
          <p:cNvSpPr/>
          <p:nvPr/>
        </p:nvSpPr>
        <p:spPr>
          <a:xfrm>
            <a:off x="1092994" y="6153626"/>
            <a:ext cx="1985367" cy="341471"/>
          </a:xfrm>
          <a:prstGeom prst="rect">
            <a:avLst/>
          </a:prstGeom>
          <a:noFill/>
          <a:ln/>
        </p:spPr>
        <p:txBody>
          <a:bodyPr wrap="none" rtlCol="0" anchor="t"/>
          <a:lstStyle/>
          <a:p>
            <a:pPr marL="0" indent="0" algn="l">
              <a:lnSpc>
                <a:spcPts val="2690"/>
              </a:lnSpc>
              <a:buNone/>
            </a:pPr>
            <a:endParaRPr lang="en-US" sz="1921" dirty="0"/>
          </a:p>
        </p:txBody>
      </p:sp>
    </p:spTree>
    <p:extLst>
      <p:ext uri="{BB962C8B-B14F-4D97-AF65-F5344CB8AC3E}">
        <p14:creationId xmlns:p14="http://schemas.microsoft.com/office/powerpoint/2010/main" val="768774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864037" y="2345293"/>
            <a:ext cx="6497003" cy="812125"/>
          </a:xfrm>
          <a:prstGeom prst="rect">
            <a:avLst/>
          </a:prstGeom>
          <a:noFill/>
          <a:ln/>
        </p:spPr>
        <p:txBody>
          <a:bodyPr wrap="none" rtlCol="0" anchor="t"/>
          <a:lstStyle/>
          <a:p>
            <a:pPr marL="0" indent="0">
              <a:lnSpc>
                <a:spcPts val="6395"/>
              </a:lnSpc>
              <a:buNone/>
            </a:pPr>
            <a:r>
              <a:rPr lang="en-US" sz="5116" b="1" i="1" u="sng" dirty="0">
                <a:solidFill>
                  <a:schemeClr val="accent2"/>
                </a:solidFill>
                <a:latin typeface="Barlow" pitchFamily="34" charset="0"/>
                <a:ea typeface="Barlow" pitchFamily="34" charset="-122"/>
                <a:cs typeface="Barlow" pitchFamily="34" charset="-120"/>
              </a:rPr>
              <a:t>Industrial Overview</a:t>
            </a:r>
            <a:endParaRPr lang="en-US" sz="5116" i="1" u="sng" dirty="0">
              <a:solidFill>
                <a:schemeClr val="accent2"/>
              </a:solidFill>
            </a:endParaRPr>
          </a:p>
        </p:txBody>
      </p:sp>
      <p:sp>
        <p:nvSpPr>
          <p:cNvPr id="5" name="Text 3"/>
          <p:cNvSpPr/>
          <p:nvPr/>
        </p:nvSpPr>
        <p:spPr>
          <a:xfrm>
            <a:off x="864037" y="3527703"/>
            <a:ext cx="3248501" cy="406003"/>
          </a:xfrm>
          <a:prstGeom prst="rect">
            <a:avLst/>
          </a:prstGeom>
          <a:noFill/>
          <a:ln/>
        </p:spPr>
        <p:txBody>
          <a:bodyPr wrap="none" rtlCol="0" anchor="t"/>
          <a:lstStyle/>
          <a:p>
            <a:pPr marL="0" indent="0">
              <a:lnSpc>
                <a:spcPts val="3197"/>
              </a:lnSpc>
              <a:buNone/>
            </a:pPr>
            <a:r>
              <a:rPr lang="en-US" sz="2558" b="1" dirty="0">
                <a:solidFill>
                  <a:schemeClr val="accent2"/>
                </a:solidFill>
                <a:latin typeface="Barlow" pitchFamily="34" charset="0"/>
                <a:ea typeface="Barlow" pitchFamily="34" charset="-122"/>
                <a:cs typeface="Barlow" pitchFamily="34" charset="-120"/>
              </a:rPr>
              <a:t>Training Details</a:t>
            </a:r>
            <a:endParaRPr lang="en-US" sz="2558" dirty="0">
              <a:solidFill>
                <a:schemeClr val="accent2"/>
              </a:solidFill>
            </a:endParaRPr>
          </a:p>
        </p:txBody>
      </p:sp>
      <p:sp>
        <p:nvSpPr>
          <p:cNvPr id="6" name="Text 4"/>
          <p:cNvSpPr/>
          <p:nvPr/>
        </p:nvSpPr>
        <p:spPr>
          <a:xfrm>
            <a:off x="864037" y="4303990"/>
            <a:ext cx="12902327" cy="1580198"/>
          </a:xfrm>
          <a:prstGeom prst="rect">
            <a:avLst/>
          </a:prstGeom>
          <a:noFill/>
          <a:ln/>
        </p:spPr>
        <p:txBody>
          <a:bodyPr wrap="square" rtlCol="0" anchor="t"/>
          <a:lstStyle/>
          <a:p>
            <a:pPr marL="342900" indent="-342900">
              <a:lnSpc>
                <a:spcPts val="3110"/>
              </a:lnSpc>
              <a:buFont typeface="Wingdings" panose="05000000000000000000" pitchFamily="2" charset="2"/>
              <a:buChar char="Ø"/>
            </a:pPr>
            <a:r>
              <a:rPr lang="en-US" sz="1944" dirty="0">
                <a:solidFill>
                  <a:srgbClr val="EEEFF5"/>
                </a:solidFill>
                <a:latin typeface="Montserrat" pitchFamily="34" charset="0"/>
                <a:ea typeface="Montserrat" pitchFamily="34" charset="-122"/>
                <a:cs typeface="Montserrat" pitchFamily="34" charset="-120"/>
              </a:rPr>
              <a:t>I have completed a 15-day industrial training in full stack development with Fourise Software Solution Pvt Ltd under the guidance of Sudhir Patil and Mrs. Santoshi Pallaye. During this training, he learned about industry operations and gained practical experience in web development, including HTML, CSS, JavaScript.</a:t>
            </a:r>
            <a:endParaRPr lang="en-US" sz="194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52610" y="2489716"/>
            <a:ext cx="4869061" cy="3250168"/>
          </a:xfrm>
          <a:prstGeom prst="rect">
            <a:avLst/>
          </a:prstGeom>
        </p:spPr>
      </p:pic>
      <p:sp>
        <p:nvSpPr>
          <p:cNvPr id="6" name="Text 2"/>
          <p:cNvSpPr/>
          <p:nvPr/>
        </p:nvSpPr>
        <p:spPr>
          <a:xfrm>
            <a:off x="864037" y="2317552"/>
            <a:ext cx="6497003" cy="812125"/>
          </a:xfrm>
          <a:prstGeom prst="rect">
            <a:avLst/>
          </a:prstGeom>
          <a:noFill/>
          <a:ln/>
        </p:spPr>
        <p:txBody>
          <a:bodyPr wrap="none" rtlCol="0" anchor="t"/>
          <a:lstStyle/>
          <a:p>
            <a:pPr marL="0" indent="0">
              <a:lnSpc>
                <a:spcPts val="6395"/>
              </a:lnSpc>
              <a:buNone/>
            </a:pPr>
            <a:r>
              <a:rPr lang="en-US" sz="5116" b="1" i="1" u="sng" dirty="0">
                <a:solidFill>
                  <a:schemeClr val="accent2"/>
                </a:solidFill>
                <a:latin typeface="Barlow" pitchFamily="34" charset="0"/>
                <a:ea typeface="Barlow" pitchFamily="34" charset="-122"/>
                <a:cs typeface="Barlow" pitchFamily="34" charset="-120"/>
              </a:rPr>
              <a:t>Trainer Description</a:t>
            </a:r>
            <a:endParaRPr lang="en-US" sz="5116" i="1" u="sng" dirty="0">
              <a:solidFill>
                <a:schemeClr val="accent2"/>
              </a:solidFill>
            </a:endParaRPr>
          </a:p>
        </p:txBody>
      </p:sp>
      <p:sp>
        <p:nvSpPr>
          <p:cNvPr id="9" name="Text 5"/>
          <p:cNvSpPr/>
          <p:nvPr/>
        </p:nvSpPr>
        <p:spPr>
          <a:xfrm>
            <a:off x="1666280" y="3777615"/>
            <a:ext cx="3248501" cy="406003"/>
          </a:xfrm>
          <a:prstGeom prst="rect">
            <a:avLst/>
          </a:prstGeom>
          <a:noFill/>
          <a:ln/>
        </p:spPr>
        <p:txBody>
          <a:bodyPr wrap="none" rtlCol="0" anchor="t"/>
          <a:lstStyle/>
          <a:p>
            <a:pPr marL="0" indent="0">
              <a:lnSpc>
                <a:spcPts val="3197"/>
              </a:lnSpc>
              <a:buNone/>
            </a:pPr>
            <a:r>
              <a:rPr lang="en-US" sz="2558" b="1" dirty="0">
                <a:solidFill>
                  <a:schemeClr val="accent2"/>
                </a:solidFill>
                <a:latin typeface="Barlow" pitchFamily="34" charset="0"/>
                <a:ea typeface="Barlow" pitchFamily="34" charset="-122"/>
                <a:cs typeface="Barlow" pitchFamily="34" charset="-120"/>
              </a:rPr>
              <a:t>Trainer Qualifications</a:t>
            </a:r>
            <a:endParaRPr lang="en-US" sz="2558" dirty="0">
              <a:solidFill>
                <a:schemeClr val="accent2"/>
              </a:solidFill>
            </a:endParaRPr>
          </a:p>
        </p:txBody>
      </p:sp>
      <p:sp>
        <p:nvSpPr>
          <p:cNvPr id="10" name="Text 6"/>
          <p:cNvSpPr/>
          <p:nvPr/>
        </p:nvSpPr>
        <p:spPr>
          <a:xfrm>
            <a:off x="1666280" y="4331732"/>
            <a:ext cx="6613684" cy="1580198"/>
          </a:xfrm>
          <a:prstGeom prst="rect">
            <a:avLst/>
          </a:prstGeom>
          <a:noFill/>
          <a:ln/>
        </p:spPr>
        <p:txBody>
          <a:bodyPr wrap="square" rtlCol="0" anchor="t"/>
          <a:lstStyle/>
          <a:p>
            <a:pPr marL="342900" indent="-342900">
              <a:lnSpc>
                <a:spcPts val="3110"/>
              </a:lnSpc>
              <a:buFont typeface="Wingdings" panose="05000000000000000000" pitchFamily="2" charset="2"/>
              <a:buChar char="Ø"/>
            </a:pPr>
            <a:r>
              <a:rPr lang="en-US" sz="1944" dirty="0">
                <a:solidFill>
                  <a:srgbClr val="EEEFF5"/>
                </a:solidFill>
                <a:latin typeface="Montserrat" pitchFamily="34" charset="0"/>
                <a:ea typeface="Montserrat" pitchFamily="34" charset="-122"/>
                <a:cs typeface="Montserrat" pitchFamily="34" charset="-120"/>
              </a:rPr>
              <a:t>Mr. Sudhir Patil, the trainer, has 2.5+ years of industrial experience. He has worked on MERN stack websites and as a full stack developer, handling US projects.</a:t>
            </a:r>
            <a:endParaRPr lang="en-US" sz="19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0" y="0"/>
            <a:ext cx="14630400" cy="3086100"/>
          </a:xfrm>
          <a:prstGeom prst="rect">
            <a:avLst/>
          </a:prstGeom>
        </p:spPr>
      </p:pic>
      <p:sp>
        <p:nvSpPr>
          <p:cNvPr id="5" name="Text 2"/>
          <p:cNvSpPr/>
          <p:nvPr/>
        </p:nvSpPr>
        <p:spPr>
          <a:xfrm>
            <a:off x="864037" y="3950137"/>
            <a:ext cx="6497003" cy="812125"/>
          </a:xfrm>
          <a:prstGeom prst="rect">
            <a:avLst/>
          </a:prstGeom>
          <a:noFill/>
          <a:ln/>
        </p:spPr>
        <p:txBody>
          <a:bodyPr wrap="none" rtlCol="0" anchor="t"/>
          <a:lstStyle/>
          <a:p>
            <a:pPr marL="0" indent="0">
              <a:lnSpc>
                <a:spcPts val="6395"/>
              </a:lnSpc>
              <a:buNone/>
            </a:pPr>
            <a:r>
              <a:rPr lang="en-US" sz="5116" b="1" i="1" u="sng" dirty="0">
                <a:solidFill>
                  <a:schemeClr val="accent2"/>
                </a:solidFill>
                <a:latin typeface="Barlow" pitchFamily="34" charset="0"/>
                <a:ea typeface="Barlow" pitchFamily="34" charset="-122"/>
                <a:cs typeface="Barlow" pitchFamily="34" charset="-120"/>
              </a:rPr>
              <a:t>Training Objectives</a:t>
            </a:r>
            <a:endParaRPr lang="en-US" sz="5116" i="1" u="sng" dirty="0">
              <a:solidFill>
                <a:schemeClr val="accent2"/>
              </a:solidFill>
            </a:endParaRPr>
          </a:p>
        </p:txBody>
      </p:sp>
      <p:sp>
        <p:nvSpPr>
          <p:cNvPr id="6" name="Shape 3"/>
          <p:cNvSpPr/>
          <p:nvPr/>
        </p:nvSpPr>
        <p:spPr>
          <a:xfrm>
            <a:off x="864037" y="5132546"/>
            <a:ext cx="12902327" cy="2232898"/>
          </a:xfrm>
          <a:prstGeom prst="roundRect">
            <a:avLst>
              <a:gd name="adj" fmla="val 6634"/>
            </a:avLst>
          </a:prstGeom>
          <a:solidFill>
            <a:srgbClr val="282C32"/>
          </a:solidFill>
          <a:ln/>
        </p:spPr>
      </p:sp>
      <p:sp>
        <p:nvSpPr>
          <p:cNvPr id="7" name="Text 4"/>
          <p:cNvSpPr/>
          <p:nvPr/>
        </p:nvSpPr>
        <p:spPr>
          <a:xfrm>
            <a:off x="1110853" y="5379363"/>
            <a:ext cx="3248501" cy="406003"/>
          </a:xfrm>
          <a:prstGeom prst="rect">
            <a:avLst/>
          </a:prstGeom>
          <a:noFill/>
          <a:ln/>
        </p:spPr>
        <p:txBody>
          <a:bodyPr wrap="none" rtlCol="0" anchor="t"/>
          <a:lstStyle/>
          <a:p>
            <a:pPr marL="0" indent="0">
              <a:lnSpc>
                <a:spcPts val="3197"/>
              </a:lnSpc>
              <a:buNone/>
            </a:pPr>
            <a:r>
              <a:rPr lang="en-US" sz="2558" b="1" dirty="0">
                <a:solidFill>
                  <a:schemeClr val="accent2"/>
                </a:solidFill>
                <a:latin typeface="Barlow" pitchFamily="34" charset="0"/>
                <a:ea typeface="Barlow" pitchFamily="34" charset="-122"/>
                <a:cs typeface="Barlow" pitchFamily="34" charset="-120"/>
              </a:rPr>
              <a:t>Key Objectives</a:t>
            </a:r>
            <a:endParaRPr lang="en-US" sz="2558" dirty="0">
              <a:solidFill>
                <a:schemeClr val="accent2"/>
              </a:solidFill>
            </a:endParaRPr>
          </a:p>
        </p:txBody>
      </p:sp>
      <p:sp>
        <p:nvSpPr>
          <p:cNvPr id="8" name="Text 5"/>
          <p:cNvSpPr/>
          <p:nvPr/>
        </p:nvSpPr>
        <p:spPr>
          <a:xfrm>
            <a:off x="1110853" y="5933480"/>
            <a:ext cx="12408694" cy="1185148"/>
          </a:xfrm>
          <a:prstGeom prst="rect">
            <a:avLst/>
          </a:prstGeom>
          <a:noFill/>
          <a:ln/>
        </p:spPr>
        <p:txBody>
          <a:bodyPr wrap="square" rtlCol="0" anchor="t"/>
          <a:lstStyle/>
          <a:p>
            <a:pPr marL="342900" indent="-342900">
              <a:lnSpc>
                <a:spcPts val="3110"/>
              </a:lnSpc>
              <a:buFont typeface="Wingdings" panose="05000000000000000000" pitchFamily="2" charset="2"/>
              <a:buChar char="Ø"/>
            </a:pPr>
            <a:r>
              <a:rPr lang="en-US" sz="1944" dirty="0">
                <a:solidFill>
                  <a:srgbClr val="EEEFF5"/>
                </a:solidFill>
                <a:latin typeface="Montserrat" pitchFamily="34" charset="0"/>
                <a:ea typeface="Montserrat" pitchFamily="34" charset="-122"/>
                <a:cs typeface="Montserrat" pitchFamily="34" charset="-120"/>
              </a:rPr>
              <a:t>The objectives of the training were to provide industrial knowledge, understand the situation of companies, learn how to handle work within time, develop teamwork and management skills, gain practical knowledge, and enhance technical skills.</a:t>
            </a:r>
            <a:endParaRPr lang="en-US" sz="194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308610" y="462915"/>
            <a:ext cx="4869180" cy="7303770"/>
          </a:xfrm>
          <a:prstGeom prst="rect">
            <a:avLst/>
          </a:prstGeom>
        </p:spPr>
      </p:pic>
      <p:sp>
        <p:nvSpPr>
          <p:cNvPr id="6" name="Text 2"/>
          <p:cNvSpPr/>
          <p:nvPr/>
        </p:nvSpPr>
        <p:spPr>
          <a:xfrm>
            <a:off x="6350437" y="2120027"/>
            <a:ext cx="6497003" cy="812125"/>
          </a:xfrm>
          <a:prstGeom prst="rect">
            <a:avLst/>
          </a:prstGeom>
          <a:noFill/>
          <a:ln/>
        </p:spPr>
        <p:txBody>
          <a:bodyPr wrap="none" rtlCol="0" anchor="t"/>
          <a:lstStyle/>
          <a:p>
            <a:pPr marL="0" indent="0">
              <a:lnSpc>
                <a:spcPts val="6395"/>
              </a:lnSpc>
              <a:buNone/>
            </a:pPr>
            <a:r>
              <a:rPr lang="en-US" sz="5116" b="1" i="1" u="sng" dirty="0">
                <a:solidFill>
                  <a:schemeClr val="accent2"/>
                </a:solidFill>
                <a:latin typeface="Barlow" pitchFamily="34" charset="0"/>
                <a:ea typeface="Barlow" pitchFamily="34" charset="-122"/>
                <a:cs typeface="Barlow" pitchFamily="34" charset="-120"/>
              </a:rPr>
              <a:t>Internship Activities</a:t>
            </a:r>
            <a:endParaRPr lang="en-US" sz="5116" i="1" u="sng" dirty="0">
              <a:solidFill>
                <a:schemeClr val="accent2"/>
              </a:solidFill>
            </a:endParaRPr>
          </a:p>
        </p:txBody>
      </p:sp>
      <p:sp>
        <p:nvSpPr>
          <p:cNvPr id="9" name="Text 5"/>
          <p:cNvSpPr/>
          <p:nvPr/>
        </p:nvSpPr>
        <p:spPr>
          <a:xfrm>
            <a:off x="7152680" y="3580090"/>
            <a:ext cx="3248501" cy="406003"/>
          </a:xfrm>
          <a:prstGeom prst="rect">
            <a:avLst/>
          </a:prstGeom>
          <a:noFill/>
          <a:ln/>
        </p:spPr>
        <p:txBody>
          <a:bodyPr wrap="none" rtlCol="0" anchor="t"/>
          <a:lstStyle/>
          <a:p>
            <a:pPr marL="0" indent="0">
              <a:lnSpc>
                <a:spcPts val="3197"/>
              </a:lnSpc>
              <a:buNone/>
            </a:pPr>
            <a:r>
              <a:rPr lang="en-US" sz="2558" b="1" dirty="0">
                <a:solidFill>
                  <a:schemeClr val="accent2"/>
                </a:solidFill>
                <a:latin typeface="Barlow" pitchFamily="34" charset="0"/>
                <a:ea typeface="Barlow" pitchFamily="34" charset="-122"/>
                <a:cs typeface="Barlow" pitchFamily="34" charset="-120"/>
              </a:rPr>
              <a:t>Activities Covered</a:t>
            </a:r>
            <a:endParaRPr lang="en-US" sz="2558" dirty="0">
              <a:solidFill>
                <a:schemeClr val="accent2"/>
              </a:solidFill>
            </a:endParaRPr>
          </a:p>
        </p:txBody>
      </p:sp>
      <p:sp>
        <p:nvSpPr>
          <p:cNvPr id="10" name="Text 6"/>
          <p:cNvSpPr/>
          <p:nvPr/>
        </p:nvSpPr>
        <p:spPr>
          <a:xfrm>
            <a:off x="7152680" y="4134207"/>
            <a:ext cx="6613684" cy="1975247"/>
          </a:xfrm>
          <a:prstGeom prst="rect">
            <a:avLst/>
          </a:prstGeom>
          <a:noFill/>
          <a:ln/>
        </p:spPr>
        <p:txBody>
          <a:bodyPr wrap="square" rtlCol="0" anchor="t"/>
          <a:lstStyle/>
          <a:p>
            <a:pPr marL="342900" indent="-342900">
              <a:lnSpc>
                <a:spcPts val="3110"/>
              </a:lnSpc>
              <a:buFont typeface="Wingdings" panose="05000000000000000000" pitchFamily="2" charset="2"/>
              <a:buChar char="Ø"/>
            </a:pPr>
            <a:r>
              <a:rPr lang="en-US" sz="1944" dirty="0">
                <a:solidFill>
                  <a:srgbClr val="EEEFF5"/>
                </a:solidFill>
                <a:latin typeface="Montserrat" pitchFamily="34" charset="0"/>
                <a:ea typeface="Montserrat" pitchFamily="34" charset="-122"/>
                <a:cs typeface="Montserrat" pitchFamily="34" charset="-120"/>
              </a:rPr>
              <a:t>During the internship, I gained experience in full stack development, developed basic websites, focused on frontend development, connected frontend to backend services, and deepened my skills .</a:t>
            </a:r>
            <a:endParaRPr lang="en-US" sz="194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0" y="0"/>
            <a:ext cx="14630400" cy="3086100"/>
          </a:xfrm>
          <a:prstGeom prst="rect">
            <a:avLst/>
          </a:prstGeom>
        </p:spPr>
      </p:pic>
      <p:sp>
        <p:nvSpPr>
          <p:cNvPr id="5" name="Text 2"/>
          <p:cNvSpPr/>
          <p:nvPr/>
        </p:nvSpPr>
        <p:spPr>
          <a:xfrm>
            <a:off x="864037" y="3839051"/>
            <a:ext cx="6497003" cy="812125"/>
          </a:xfrm>
          <a:prstGeom prst="rect">
            <a:avLst/>
          </a:prstGeom>
          <a:noFill/>
          <a:ln/>
        </p:spPr>
        <p:txBody>
          <a:bodyPr wrap="none" rtlCol="0" anchor="t"/>
          <a:lstStyle/>
          <a:p>
            <a:pPr marL="0" indent="0">
              <a:lnSpc>
                <a:spcPts val="6395"/>
              </a:lnSpc>
              <a:buNone/>
            </a:pPr>
            <a:r>
              <a:rPr lang="en-US" sz="5116" b="1" i="1" u="sng" dirty="0">
                <a:solidFill>
                  <a:schemeClr val="accent2"/>
                </a:solidFill>
                <a:latin typeface="Barlow" pitchFamily="34" charset="0"/>
                <a:ea typeface="Barlow" pitchFamily="34" charset="-122"/>
                <a:cs typeface="Barlow" pitchFamily="34" charset="-120"/>
              </a:rPr>
              <a:t>Project</a:t>
            </a:r>
            <a:endParaRPr lang="en-US" sz="5116" i="1" u="sng" dirty="0">
              <a:solidFill>
                <a:schemeClr val="accent2"/>
              </a:solidFill>
            </a:endParaRPr>
          </a:p>
        </p:txBody>
      </p:sp>
      <p:sp>
        <p:nvSpPr>
          <p:cNvPr id="9" name="Text 6"/>
          <p:cNvSpPr/>
          <p:nvPr/>
        </p:nvSpPr>
        <p:spPr>
          <a:xfrm>
            <a:off x="7361040" y="7197923"/>
            <a:ext cx="137993" cy="389811"/>
          </a:xfrm>
          <a:prstGeom prst="rect">
            <a:avLst/>
          </a:prstGeom>
          <a:noFill/>
          <a:ln/>
        </p:spPr>
        <p:txBody>
          <a:bodyPr wrap="none" rtlCol="0" anchor="t"/>
          <a:lstStyle/>
          <a:p>
            <a:pPr marL="0" indent="0" algn="ctr">
              <a:lnSpc>
                <a:spcPts val="3069"/>
              </a:lnSpc>
              <a:buNone/>
            </a:pPr>
            <a:endParaRPr lang="en-US" sz="3069" dirty="0"/>
          </a:p>
        </p:txBody>
      </p:sp>
      <p:sp>
        <p:nvSpPr>
          <p:cNvPr id="10" name="Text 7"/>
          <p:cNvSpPr/>
          <p:nvPr/>
        </p:nvSpPr>
        <p:spPr>
          <a:xfrm>
            <a:off x="5690949" y="5021461"/>
            <a:ext cx="3248501" cy="406003"/>
          </a:xfrm>
          <a:prstGeom prst="rect">
            <a:avLst/>
          </a:prstGeom>
          <a:noFill/>
          <a:ln/>
        </p:spPr>
        <p:txBody>
          <a:bodyPr wrap="none" rtlCol="0" anchor="t"/>
          <a:lstStyle/>
          <a:p>
            <a:pPr marL="0" indent="0" algn="ctr">
              <a:lnSpc>
                <a:spcPts val="3197"/>
              </a:lnSpc>
              <a:buNone/>
            </a:pPr>
            <a:r>
              <a:rPr lang="en-US" sz="2558" b="1" dirty="0">
                <a:solidFill>
                  <a:schemeClr val="accent2"/>
                </a:solidFill>
                <a:latin typeface="Barlow" pitchFamily="34" charset="0"/>
                <a:ea typeface="Barlow" pitchFamily="34" charset="-122"/>
                <a:cs typeface="Barlow" pitchFamily="34" charset="-120"/>
              </a:rPr>
              <a:t>Project Overview</a:t>
            </a:r>
            <a:endParaRPr lang="en-US" sz="2558" dirty="0">
              <a:solidFill>
                <a:schemeClr val="accent2"/>
              </a:solidFill>
            </a:endParaRPr>
          </a:p>
        </p:txBody>
      </p:sp>
      <p:sp>
        <p:nvSpPr>
          <p:cNvPr id="11" name="Text 8"/>
          <p:cNvSpPr/>
          <p:nvPr/>
        </p:nvSpPr>
        <p:spPr>
          <a:xfrm>
            <a:off x="1110853" y="5575578"/>
            <a:ext cx="12408694" cy="790099"/>
          </a:xfrm>
          <a:prstGeom prst="rect">
            <a:avLst/>
          </a:prstGeom>
          <a:noFill/>
          <a:ln/>
        </p:spPr>
        <p:txBody>
          <a:bodyPr wrap="square" rtlCol="0" anchor="t"/>
          <a:lstStyle/>
          <a:p>
            <a:pPr marL="342900" indent="-342900">
              <a:lnSpc>
                <a:spcPts val="3110"/>
              </a:lnSpc>
              <a:buFont typeface="Wingdings" panose="05000000000000000000" pitchFamily="2" charset="2"/>
              <a:buChar char="Ø"/>
            </a:pPr>
            <a:r>
              <a:rPr lang="en-US" sz="1944" dirty="0">
                <a:solidFill>
                  <a:srgbClr val="EEEFF5"/>
                </a:solidFill>
                <a:latin typeface="Montserrat" pitchFamily="34" charset="0"/>
                <a:ea typeface="Montserrat" pitchFamily="34" charset="-122"/>
                <a:cs typeface="Montserrat" pitchFamily="34" charset="-120"/>
              </a:rPr>
              <a:t>I have worked on a project during his internship, In which I designed A TO DO LIST website using HTML,CSS,JS in which all the things contain in website is fetched dynamically.</a:t>
            </a:r>
            <a:endParaRPr lang="en-US" sz="1944" dirty="0"/>
          </a:p>
        </p:txBody>
      </p:sp>
      <p:pic>
        <p:nvPicPr>
          <p:cNvPr id="13" name="Picture 12">
            <a:extLst>
              <a:ext uri="{FF2B5EF4-FFF2-40B4-BE49-F238E27FC236}">
                <a16:creationId xmlns:a16="http://schemas.microsoft.com/office/drawing/2014/main" id="{0787A673-B36C-89A8-4657-77FCDC57D976}"/>
              </a:ext>
            </a:extLst>
          </p:cNvPr>
          <p:cNvPicPr>
            <a:picLocks noChangeAspect="1"/>
          </p:cNvPicPr>
          <p:nvPr/>
        </p:nvPicPr>
        <p:blipFill>
          <a:blip r:embed="rId4"/>
          <a:stretch>
            <a:fillRect/>
          </a:stretch>
        </p:blipFill>
        <p:spPr>
          <a:xfrm>
            <a:off x="9590317" y="115864"/>
            <a:ext cx="5209818" cy="2854372"/>
          </a:xfrm>
          <a:prstGeom prst="rect">
            <a:avLst/>
          </a:prstGeom>
        </p:spPr>
      </p:pic>
      <p:pic>
        <p:nvPicPr>
          <p:cNvPr id="17" name="Picture 16">
            <a:extLst>
              <a:ext uri="{FF2B5EF4-FFF2-40B4-BE49-F238E27FC236}">
                <a16:creationId xmlns:a16="http://schemas.microsoft.com/office/drawing/2014/main" id="{9B68EAAC-A6A8-0D1F-A510-92B9626F356A}"/>
              </a:ext>
            </a:extLst>
          </p:cNvPr>
          <p:cNvPicPr>
            <a:picLocks noChangeAspect="1"/>
          </p:cNvPicPr>
          <p:nvPr/>
        </p:nvPicPr>
        <p:blipFill>
          <a:blip r:embed="rId5"/>
          <a:stretch>
            <a:fillRect/>
          </a:stretch>
        </p:blipFill>
        <p:spPr>
          <a:xfrm>
            <a:off x="131351" y="40153"/>
            <a:ext cx="5343632" cy="3005793"/>
          </a:xfrm>
          <a:prstGeom prst="rect">
            <a:avLst/>
          </a:prstGeom>
        </p:spPr>
      </p:pic>
      <p:pic>
        <p:nvPicPr>
          <p:cNvPr id="16" name="Picture 15">
            <a:extLst>
              <a:ext uri="{FF2B5EF4-FFF2-40B4-BE49-F238E27FC236}">
                <a16:creationId xmlns:a16="http://schemas.microsoft.com/office/drawing/2014/main" id="{E85AAB9A-098C-FAB6-7AE0-61C79FFDEB4A}"/>
              </a:ext>
            </a:extLst>
          </p:cNvPr>
          <p:cNvPicPr>
            <a:picLocks noChangeAspect="1"/>
          </p:cNvPicPr>
          <p:nvPr/>
        </p:nvPicPr>
        <p:blipFill>
          <a:blip r:embed="rId6"/>
          <a:stretch>
            <a:fillRect/>
          </a:stretch>
        </p:blipFill>
        <p:spPr>
          <a:xfrm>
            <a:off x="4661186" y="1650323"/>
            <a:ext cx="5742929" cy="32303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6" name="Text 2"/>
          <p:cNvSpPr/>
          <p:nvPr/>
        </p:nvSpPr>
        <p:spPr>
          <a:xfrm>
            <a:off x="6350437" y="2419469"/>
            <a:ext cx="6497003" cy="812125"/>
          </a:xfrm>
          <a:prstGeom prst="rect">
            <a:avLst/>
          </a:prstGeom>
          <a:noFill/>
          <a:ln/>
        </p:spPr>
        <p:txBody>
          <a:bodyPr wrap="none" rtlCol="0" anchor="t"/>
          <a:lstStyle/>
          <a:p>
            <a:pPr marL="0" indent="0">
              <a:lnSpc>
                <a:spcPts val="6395"/>
              </a:lnSpc>
              <a:buNone/>
            </a:pPr>
            <a:r>
              <a:rPr lang="en-US" sz="5116" b="1" i="1" u="sng" dirty="0">
                <a:solidFill>
                  <a:schemeClr val="accent2"/>
                </a:solidFill>
                <a:latin typeface="Barlow" pitchFamily="34" charset="0"/>
                <a:ea typeface="Barlow" pitchFamily="34" charset="-122"/>
                <a:cs typeface="Barlow" pitchFamily="34" charset="-120"/>
              </a:rPr>
              <a:t>Conclusion</a:t>
            </a:r>
            <a:endParaRPr lang="en-US" sz="5116" i="1" u="sng" dirty="0">
              <a:solidFill>
                <a:schemeClr val="accent2"/>
              </a:solidFill>
            </a:endParaRPr>
          </a:p>
        </p:txBody>
      </p:sp>
      <p:sp>
        <p:nvSpPr>
          <p:cNvPr id="8" name="Text 3"/>
          <p:cNvSpPr/>
          <p:nvPr/>
        </p:nvSpPr>
        <p:spPr>
          <a:xfrm>
            <a:off x="6350437" y="4465915"/>
            <a:ext cx="3248501" cy="406003"/>
          </a:xfrm>
          <a:prstGeom prst="rect">
            <a:avLst/>
          </a:prstGeom>
          <a:noFill/>
          <a:ln/>
        </p:spPr>
        <p:txBody>
          <a:bodyPr wrap="none" rtlCol="0" anchor="t"/>
          <a:lstStyle/>
          <a:p>
            <a:pPr marL="0" indent="0" algn="l">
              <a:lnSpc>
                <a:spcPts val="3197"/>
              </a:lnSpc>
              <a:buNone/>
            </a:pPr>
            <a:r>
              <a:rPr lang="en-US" sz="2558" b="1" dirty="0">
                <a:solidFill>
                  <a:schemeClr val="accent2"/>
                </a:solidFill>
                <a:latin typeface="Barlow" pitchFamily="34" charset="0"/>
                <a:ea typeface="Barlow" pitchFamily="34" charset="-122"/>
                <a:cs typeface="Barlow" pitchFamily="34" charset="-120"/>
              </a:rPr>
              <a:t>Knowledge Gained</a:t>
            </a:r>
            <a:endParaRPr lang="en-US" sz="2558" dirty="0">
              <a:solidFill>
                <a:schemeClr val="accent2"/>
              </a:solidFill>
            </a:endParaRPr>
          </a:p>
        </p:txBody>
      </p:sp>
      <p:sp>
        <p:nvSpPr>
          <p:cNvPr id="9" name="Text 4"/>
          <p:cNvSpPr/>
          <p:nvPr/>
        </p:nvSpPr>
        <p:spPr>
          <a:xfrm>
            <a:off x="6350437" y="5020032"/>
            <a:ext cx="7415927" cy="790099"/>
          </a:xfrm>
          <a:prstGeom prst="rect">
            <a:avLst/>
          </a:prstGeom>
          <a:noFill/>
          <a:ln/>
        </p:spPr>
        <p:txBody>
          <a:bodyPr wrap="square" rtlCol="0" anchor="t"/>
          <a:lstStyle/>
          <a:p>
            <a:pPr marL="0" indent="0" algn="l">
              <a:lnSpc>
                <a:spcPts val="3110"/>
              </a:lnSpc>
              <a:buNone/>
            </a:pPr>
            <a:r>
              <a:rPr lang="en-US" sz="1944" dirty="0">
                <a:solidFill>
                  <a:srgbClr val="EEEFF5"/>
                </a:solidFill>
                <a:latin typeface="Montserrat" pitchFamily="34" charset="0"/>
                <a:ea typeface="Montserrat" pitchFamily="34" charset="-122"/>
                <a:cs typeface="Montserrat" pitchFamily="34" charset="-120"/>
              </a:rPr>
              <a:t>I learned how to design a full-stack website and work with the HTML,CSS &amp; JS.</a:t>
            </a:r>
            <a:endParaRPr lang="en-US" sz="1944" dirty="0"/>
          </a:p>
        </p:txBody>
      </p:sp>
      <p:pic>
        <p:nvPicPr>
          <p:cNvPr id="11" name="Picture 10" descr="A picture containing building, sitting, bench, side&#10;&#10;Description automatically generated">
            <a:extLst>
              <a:ext uri="{FF2B5EF4-FFF2-40B4-BE49-F238E27FC236}">
                <a16:creationId xmlns:a16="http://schemas.microsoft.com/office/drawing/2014/main" id="{579C2857-41CF-C7A8-9A74-332514865540}"/>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
            <a:ext cx="5509618" cy="81515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256756" y="-137160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37260" y="2994660"/>
            <a:ext cx="3611880" cy="2240280"/>
          </a:xfrm>
          <a:prstGeom prst="rect">
            <a:avLst/>
          </a:prstGeom>
        </p:spPr>
      </p:pic>
      <p:sp>
        <p:nvSpPr>
          <p:cNvPr id="6" name="Text 2"/>
          <p:cNvSpPr/>
          <p:nvPr/>
        </p:nvSpPr>
        <p:spPr>
          <a:xfrm>
            <a:off x="6350437" y="3128486"/>
            <a:ext cx="6497003" cy="812125"/>
          </a:xfrm>
          <a:prstGeom prst="rect">
            <a:avLst/>
          </a:prstGeom>
          <a:noFill/>
          <a:ln/>
        </p:spPr>
        <p:txBody>
          <a:bodyPr wrap="none" rtlCol="0" anchor="t"/>
          <a:lstStyle/>
          <a:p>
            <a:pPr marL="0" indent="0">
              <a:lnSpc>
                <a:spcPts val="6395"/>
              </a:lnSpc>
              <a:buNone/>
            </a:pPr>
            <a:r>
              <a:rPr lang="en-US" sz="5116" b="1" i="1" u="sng" dirty="0">
                <a:solidFill>
                  <a:schemeClr val="accent2"/>
                </a:solidFill>
                <a:latin typeface="Barlow" pitchFamily="34" charset="0"/>
                <a:ea typeface="Barlow" pitchFamily="34" charset="-122"/>
                <a:cs typeface="Barlow" pitchFamily="34" charset="-120"/>
              </a:rPr>
              <a:t>Thank You</a:t>
            </a:r>
            <a:endParaRPr lang="en-US" sz="5116" i="1" u="sng" dirty="0">
              <a:solidFill>
                <a:schemeClr val="accent2"/>
              </a:solidFill>
            </a:endParaRPr>
          </a:p>
        </p:txBody>
      </p:sp>
      <p:sp>
        <p:nvSpPr>
          <p:cNvPr id="7" name="Text 3"/>
          <p:cNvSpPr/>
          <p:nvPr/>
        </p:nvSpPr>
        <p:spPr>
          <a:xfrm>
            <a:off x="6350437" y="4310896"/>
            <a:ext cx="7415927" cy="790099"/>
          </a:xfrm>
          <a:prstGeom prst="rect">
            <a:avLst/>
          </a:prstGeom>
          <a:noFill/>
          <a:ln/>
        </p:spPr>
        <p:txBody>
          <a:bodyPr wrap="square" rtlCol="0" anchor="t"/>
          <a:lstStyle/>
          <a:p>
            <a:pPr marL="342900" indent="-342900">
              <a:lnSpc>
                <a:spcPts val="3110"/>
              </a:lnSpc>
              <a:buFont typeface="Wingdings" panose="05000000000000000000" pitchFamily="2" charset="2"/>
              <a:buChar char="Ø"/>
            </a:pPr>
            <a:r>
              <a:rPr lang="en-US" sz="1944" dirty="0">
                <a:solidFill>
                  <a:srgbClr val="EEEFF5"/>
                </a:solidFill>
                <a:latin typeface="Montserrat" pitchFamily="34" charset="0"/>
                <a:ea typeface="Montserrat" pitchFamily="34" charset="-122"/>
                <a:cs typeface="Montserrat" pitchFamily="34" charset="-120"/>
              </a:rPr>
              <a:t>I expresses my gratitude for the opportunity to complete this vocational training.</a:t>
            </a:r>
            <a:endParaRPr lang="en-US" sz="1944"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265</TotalTime>
  <Words>333</Words>
  <Application>Microsoft Office PowerPoint</Application>
  <PresentationFormat>Custom</PresentationFormat>
  <Paragraphs>38</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Barlow</vt:lpstr>
      <vt:lpstr>Montserrat</vt:lpstr>
      <vt:lpstr>Trebuchet MS</vt:lpstr>
      <vt:lpstr>Tw Cen MT Condensed</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Vivek Pawar</cp:lastModifiedBy>
  <cp:revision>10</cp:revision>
  <dcterms:created xsi:type="dcterms:W3CDTF">2024-07-09T14:29:42Z</dcterms:created>
  <dcterms:modified xsi:type="dcterms:W3CDTF">2024-07-11T10:27:04Z</dcterms:modified>
</cp:coreProperties>
</file>